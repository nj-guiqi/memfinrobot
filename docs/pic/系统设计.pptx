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4"/>
  </p:notesMasterIdLst>
  <p:sldIdLst>
    <p:sldId id="260" r:id="rId3"/>
  </p:sldIdLst>
  <p:sldSz cx="7702550" cy="42418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9" y="5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5800" y="1279287"/>
            <a:ext cx="6272145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2799" y="841997"/>
            <a:ext cx="5776912" cy="1476775"/>
          </a:xfrm>
        </p:spPr>
        <p:txBody>
          <a:bodyPr anchor="b"/>
          <a:lstStyle>
            <a:lvl1pPr algn="ctr">
              <a:defRPr sz="371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62799" y="2375722"/>
            <a:ext cx="5776912" cy="1024119"/>
          </a:xfrm>
        </p:spPr>
        <p:txBody>
          <a:bodyPr/>
          <a:lstStyle>
            <a:lvl1pPr marL="0" indent="0" algn="ctr">
              <a:buNone/>
              <a:defRPr sz="1485"/>
            </a:lvl1pPr>
            <a:lvl2pPr marL="282575" indent="0" algn="ctr">
              <a:buNone/>
              <a:defRPr sz="1235"/>
            </a:lvl2pPr>
            <a:lvl3pPr marL="565785" indent="0" algn="ctr">
              <a:buNone/>
              <a:defRPr sz="1115"/>
            </a:lvl3pPr>
            <a:lvl4pPr marL="848360" indent="0" algn="ctr">
              <a:buNone/>
              <a:defRPr sz="990"/>
            </a:lvl4pPr>
            <a:lvl5pPr marL="1130935" indent="0" algn="ctr">
              <a:buNone/>
              <a:defRPr sz="990"/>
            </a:lvl5pPr>
            <a:lvl6pPr marL="1414145" indent="0" algn="ctr">
              <a:buNone/>
              <a:defRPr sz="990"/>
            </a:lvl6pPr>
            <a:lvl7pPr marL="1696720" indent="0" algn="ctr">
              <a:buNone/>
              <a:defRPr sz="990"/>
            </a:lvl7pPr>
            <a:lvl8pPr marL="1979295" indent="0" algn="ctr">
              <a:buNone/>
              <a:defRPr sz="990"/>
            </a:lvl8pPr>
            <a:lvl9pPr marL="2262505" indent="0" algn="ctr">
              <a:buNone/>
              <a:defRPr sz="99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382319" y="3905598"/>
            <a:ext cx="1710207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5117" y="298409"/>
            <a:ext cx="6932351" cy="4398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100" y="942622"/>
            <a:ext cx="6932351" cy="29221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382319" y="3905598"/>
            <a:ext cx="1710207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382319" y="3905598"/>
            <a:ext cx="1710207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539" y="1057505"/>
            <a:ext cx="6643449" cy="1764471"/>
          </a:xfrm>
        </p:spPr>
        <p:txBody>
          <a:bodyPr anchor="b"/>
          <a:lstStyle>
            <a:lvl1pPr>
              <a:defRPr sz="371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5539" y="2838668"/>
            <a:ext cx="6643449" cy="927893"/>
          </a:xfrm>
        </p:spPr>
        <p:txBody>
          <a:bodyPr/>
          <a:lstStyle>
            <a:lvl1pPr marL="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1pPr>
            <a:lvl2pPr marL="282575" indent="0">
              <a:buNone/>
              <a:defRPr sz="1235">
                <a:solidFill>
                  <a:schemeClr val="tx1">
                    <a:tint val="75000"/>
                  </a:schemeClr>
                </a:solidFill>
              </a:defRPr>
            </a:lvl2pPr>
            <a:lvl3pPr marL="565785" indent="0">
              <a:buNone/>
              <a:defRPr sz="1115">
                <a:solidFill>
                  <a:schemeClr val="tx1">
                    <a:tint val="75000"/>
                  </a:schemeClr>
                </a:solidFill>
              </a:defRPr>
            </a:lvl3pPr>
            <a:lvl4pPr marL="84836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13093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41414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6967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197929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26250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382319" y="3905598"/>
            <a:ext cx="1710207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5100" y="298409"/>
            <a:ext cx="6932351" cy="4398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5117" y="942534"/>
            <a:ext cx="3321751" cy="29221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994093" y="942622"/>
            <a:ext cx="3327341" cy="29221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381116" y="3905598"/>
            <a:ext cx="1711410" cy="195987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5100" y="298498"/>
            <a:ext cx="6932351" cy="4398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3523" y="942622"/>
            <a:ext cx="3321751" cy="565578"/>
          </a:xfrm>
        </p:spPr>
        <p:txBody>
          <a:bodyPr anchor="ctr" anchorCtr="0"/>
          <a:lstStyle>
            <a:lvl1pPr marL="0" indent="0">
              <a:buNone/>
              <a:defRPr sz="1730"/>
            </a:lvl1pPr>
            <a:lvl2pPr marL="282575" indent="0">
              <a:buNone/>
              <a:defRPr sz="1485"/>
            </a:lvl2pPr>
            <a:lvl3pPr marL="565785" indent="0">
              <a:buNone/>
              <a:defRPr sz="1235"/>
            </a:lvl3pPr>
            <a:lvl4pPr marL="848360" indent="0">
              <a:buNone/>
              <a:defRPr sz="1115"/>
            </a:lvl4pPr>
            <a:lvl5pPr marL="1130935" indent="0">
              <a:buNone/>
              <a:defRPr sz="1115"/>
            </a:lvl5pPr>
            <a:lvl6pPr marL="1414145" indent="0">
              <a:buNone/>
              <a:defRPr sz="1115"/>
            </a:lvl6pPr>
            <a:lvl7pPr marL="1696720" indent="0">
              <a:buNone/>
              <a:defRPr sz="1115"/>
            </a:lvl7pPr>
            <a:lvl8pPr marL="1979295" indent="0">
              <a:buNone/>
              <a:defRPr sz="1115"/>
            </a:lvl8pPr>
            <a:lvl9pPr marL="2262505" indent="0">
              <a:buNone/>
              <a:defRPr sz="11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5127" y="1571037"/>
            <a:ext cx="3321725" cy="22937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995578" y="942444"/>
            <a:ext cx="3321751" cy="565578"/>
          </a:xfrm>
        </p:spPr>
        <p:txBody>
          <a:bodyPr anchor="ctr" anchorCtr="0"/>
          <a:lstStyle>
            <a:lvl1pPr marL="0" indent="0">
              <a:buNone/>
              <a:defRPr sz="1730"/>
            </a:lvl1pPr>
            <a:lvl2pPr marL="282575" indent="0">
              <a:buNone/>
              <a:defRPr sz="1485"/>
            </a:lvl2pPr>
            <a:lvl3pPr marL="565785" indent="0">
              <a:buNone/>
              <a:defRPr sz="1235"/>
            </a:lvl3pPr>
            <a:lvl4pPr marL="848360" indent="0">
              <a:buNone/>
              <a:defRPr sz="1115"/>
            </a:lvl4pPr>
            <a:lvl5pPr marL="1130935" indent="0">
              <a:buNone/>
              <a:defRPr sz="1115"/>
            </a:lvl5pPr>
            <a:lvl6pPr marL="1414145" indent="0">
              <a:buNone/>
              <a:defRPr sz="1115"/>
            </a:lvl6pPr>
            <a:lvl7pPr marL="1696720" indent="0">
              <a:buNone/>
              <a:defRPr sz="1115"/>
            </a:lvl7pPr>
            <a:lvl8pPr marL="1979295" indent="0">
              <a:buNone/>
              <a:defRPr sz="1115"/>
            </a:lvl8pPr>
            <a:lvl9pPr marL="2262505" indent="0">
              <a:buNone/>
              <a:defRPr sz="11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995698" y="1571037"/>
            <a:ext cx="3321725" cy="22937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381116" y="3905598"/>
            <a:ext cx="1711410" cy="195987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5608419" y="3905598"/>
            <a:ext cx="1711812" cy="195987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5100" y="298418"/>
            <a:ext cx="6932351" cy="4398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382319" y="3905598"/>
            <a:ext cx="1710207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5117" y="376960"/>
            <a:ext cx="2246595" cy="989753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015227" y="377049"/>
            <a:ext cx="4300625" cy="3487702"/>
          </a:xfrm>
        </p:spPr>
        <p:txBody>
          <a:bodyPr/>
          <a:lstStyle>
            <a:lvl1pPr marL="0" indent="0">
              <a:buNone/>
              <a:defRPr sz="1980"/>
            </a:lvl1pPr>
            <a:lvl2pPr marL="282575" indent="0">
              <a:buNone/>
              <a:defRPr sz="1730"/>
            </a:lvl2pPr>
            <a:lvl3pPr marL="565785" indent="0">
              <a:buNone/>
              <a:defRPr sz="1485"/>
            </a:lvl3pPr>
            <a:lvl4pPr marL="848360" indent="0">
              <a:buNone/>
              <a:defRPr sz="1235"/>
            </a:lvl4pPr>
            <a:lvl5pPr marL="1130935" indent="0">
              <a:buNone/>
              <a:defRPr sz="1235"/>
            </a:lvl5pPr>
            <a:lvl6pPr marL="1414145" indent="0">
              <a:buNone/>
              <a:defRPr sz="1235"/>
            </a:lvl6pPr>
            <a:lvl7pPr marL="1696720" indent="0">
              <a:buNone/>
              <a:defRPr sz="1235"/>
            </a:lvl7pPr>
            <a:lvl8pPr marL="1979295" indent="0">
              <a:buNone/>
              <a:defRPr sz="1235"/>
            </a:lvl8pPr>
            <a:lvl9pPr marL="2262505" indent="0">
              <a:buNone/>
              <a:defRPr sz="123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85127" y="1429644"/>
            <a:ext cx="2246577" cy="2435127"/>
          </a:xfrm>
        </p:spPr>
        <p:txBody>
          <a:bodyPr/>
          <a:lstStyle>
            <a:lvl1pPr marL="0" indent="0">
              <a:buNone/>
              <a:defRPr sz="1235"/>
            </a:lvl1pPr>
            <a:lvl2pPr marL="282575" indent="0">
              <a:buNone/>
              <a:defRPr sz="1115"/>
            </a:lvl2pPr>
            <a:lvl3pPr marL="565785" indent="0">
              <a:buNone/>
              <a:defRPr sz="990"/>
            </a:lvl3pPr>
            <a:lvl4pPr marL="848360" indent="0">
              <a:buNone/>
              <a:defRPr sz="865"/>
            </a:lvl4pPr>
            <a:lvl5pPr marL="1130935" indent="0">
              <a:buNone/>
              <a:defRPr sz="865"/>
            </a:lvl5pPr>
            <a:lvl6pPr marL="1414145" indent="0">
              <a:buNone/>
              <a:defRPr sz="865"/>
            </a:lvl6pPr>
            <a:lvl7pPr marL="1696720" indent="0">
              <a:buNone/>
              <a:defRPr sz="865"/>
            </a:lvl7pPr>
            <a:lvl8pPr marL="1979295" indent="0">
              <a:buNone/>
              <a:defRPr sz="865"/>
            </a:lvl8pPr>
            <a:lvl9pPr marL="2262505" indent="0">
              <a:buNone/>
              <a:defRPr sz="86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381116" y="3905598"/>
            <a:ext cx="1711410" cy="195987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032059" y="377049"/>
            <a:ext cx="1283768" cy="3487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5127" y="377049"/>
            <a:ext cx="5456017" cy="348770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382319" y="3905598"/>
            <a:ext cx="1710207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85127" y="377049"/>
            <a:ext cx="6932696" cy="34877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382319" y="3905598"/>
            <a:ext cx="1710207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382319" y="3905598"/>
            <a:ext cx="1710207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2600369" y="3905573"/>
            <a:ext cx="2501813" cy="195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5608419" y="3905598"/>
            <a:ext cx="1713015" cy="195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5100" y="298418"/>
            <a:ext cx="6932351" cy="439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5100" y="942622"/>
            <a:ext cx="6932351" cy="2922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565785" rtl="0" eaLnBrk="1" latinLnBrk="0" hangingPunct="1">
        <a:lnSpc>
          <a:spcPct val="100000"/>
        </a:lnSpc>
        <a:spcBef>
          <a:spcPct val="0"/>
        </a:spcBef>
        <a:buNone/>
        <a:defRPr sz="222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141605" indent="-141605" algn="l" defTabSz="565785" rtl="0" eaLnBrk="1" latinLnBrk="0" hangingPunct="1">
        <a:lnSpc>
          <a:spcPct val="90000"/>
        </a:lnSpc>
        <a:spcBef>
          <a:spcPct val="124000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424180" indent="-141605" algn="l" defTabSz="565785" rtl="0" eaLnBrk="1" latinLnBrk="0" hangingPunct="1">
        <a:lnSpc>
          <a:spcPct val="90000"/>
        </a:lnSpc>
        <a:spcBef>
          <a:spcPct val="62000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706755" indent="-141605" algn="l" defTabSz="565785" rtl="0" eaLnBrk="1" latinLnBrk="0" hangingPunct="1">
        <a:lnSpc>
          <a:spcPct val="90000"/>
        </a:lnSpc>
        <a:spcBef>
          <a:spcPct val="62000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989965" indent="-141605" algn="l" defTabSz="565785" rtl="0" eaLnBrk="1" latinLnBrk="0" hangingPunct="1">
        <a:lnSpc>
          <a:spcPct val="90000"/>
        </a:lnSpc>
        <a:spcBef>
          <a:spcPct val="62000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272540" indent="-141605" algn="l" defTabSz="565785" rtl="0" eaLnBrk="1" latinLnBrk="0" hangingPunct="1">
        <a:lnSpc>
          <a:spcPct val="90000"/>
        </a:lnSpc>
        <a:spcBef>
          <a:spcPct val="62000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555115" marR="0" indent="-141605" algn="l" defTabSz="565785" rtl="0" eaLnBrk="1" fontAlgn="auto" latinLnBrk="0" hangingPunct="1">
        <a:lnSpc>
          <a:spcPct val="90000"/>
        </a:lnSpc>
        <a:spcBef>
          <a:spcPct val="62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1485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1838325" indent="-141605" algn="l" defTabSz="565785" rtl="0" eaLnBrk="1" latinLnBrk="0" hangingPunct="1">
        <a:lnSpc>
          <a:spcPct val="90000"/>
        </a:lnSpc>
        <a:spcBef>
          <a:spcPct val="62000"/>
        </a:spcBef>
        <a:buFont typeface="Arial" panose="020B0604020202020204" pitchFamily="34" charset="0"/>
        <a:buChar char="•"/>
        <a:defRPr lang="en-US" altLang="zh-CN" sz="148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2120900" indent="-141605" algn="l" defTabSz="565785" rtl="0" eaLnBrk="1" latinLnBrk="0" hangingPunct="1">
        <a:lnSpc>
          <a:spcPct val="90000"/>
        </a:lnSpc>
        <a:spcBef>
          <a:spcPct val="62000"/>
        </a:spcBef>
        <a:buFont typeface="Arial" panose="020B0604020202020204" pitchFamily="34" charset="0"/>
        <a:buChar char="•"/>
        <a:defRPr lang="en-US" altLang="zh-CN" sz="148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2262505" indent="0" algn="l" defTabSz="565785" rtl="0" eaLnBrk="1" latinLnBrk="0" hangingPunct="1">
        <a:lnSpc>
          <a:spcPct val="90000"/>
        </a:lnSpc>
        <a:spcBef>
          <a:spcPct val="62000"/>
        </a:spcBef>
        <a:buFont typeface="Arial" panose="020B0604020202020204" pitchFamily="34" charset="0"/>
        <a:buNone/>
        <a:defRPr lang="en-US" altLang="zh-CN" sz="148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565785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1pPr>
      <a:lvl2pPr marL="282575" algn="l" defTabSz="565785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2pPr>
      <a:lvl3pPr marL="565785" algn="l" defTabSz="565785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3pPr>
      <a:lvl4pPr marL="848360" algn="l" defTabSz="565785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4pPr>
      <a:lvl5pPr marL="1130935" algn="l" defTabSz="565785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5pPr>
      <a:lvl6pPr marL="1414145" algn="l" defTabSz="565785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6pPr>
      <a:lvl7pPr marL="1696720" algn="l" defTabSz="565785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7pPr>
      <a:lvl8pPr marL="1979295" algn="l" defTabSz="565785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8pPr>
      <a:lvl9pPr marL="2262505" algn="l" defTabSz="565785" rtl="0" eaLnBrk="1" latinLnBrk="0" hangingPunct="1">
        <a:defRPr sz="11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/>
          <p:nvPr/>
        </p:nvSpPr>
        <p:spPr>
          <a:xfrm>
            <a:off x="3869422" y="938975"/>
            <a:ext cx="3176905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规则约束|模板匹配(基础/</a:t>
            </a: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产品/情景/合规)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63548" y="2291868"/>
            <a:ext cx="1351280" cy="377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0" indent="-311150" algn="l" rtl="0" eaLnBrk="0">
              <a:lnSpc>
                <a:spcPct val="97000"/>
              </a:lnSpc>
            </a:pP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输入(自然语言)/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输出展示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4435102" y="257674"/>
            <a:ext cx="2042160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风险提示与合规控制层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346459" y="2490647"/>
            <a:ext cx="2329815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需求理解|任务分解|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ReAct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调度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949447" y="3843188"/>
            <a:ext cx="2237740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短期记忆|长期记忆|用户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660232" y="1794394"/>
            <a:ext cx="1698625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对话与智能体控制层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5273143" y="3488267"/>
            <a:ext cx="1508125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工具与环境执行层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19505" y="3428986"/>
            <a:ext cx="730278" cy="336544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5380739" y="3840918"/>
            <a:ext cx="1451610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工具调用</a:t>
            </a:r>
            <a:r>
              <a:rPr sz="1200" kern="0" spc="-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|环境反馈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580599" y="1991213"/>
            <a:ext cx="974725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用户交互层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2453839" y="3489841"/>
            <a:ext cx="968375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记忆管理层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62422" y="457181"/>
            <a:ext cx="330208" cy="412769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841525" y="3435348"/>
            <a:ext cx="368258" cy="32386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937279" y="501634"/>
            <a:ext cx="311106" cy="38099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749777" y="507997"/>
            <a:ext cx="311182" cy="374635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061235" y="3771893"/>
            <a:ext cx="285688" cy="304815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896094" y="3435349"/>
            <a:ext cx="273055" cy="31749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A1F15CF-AFE6-B116-0634-1CCAB53362D1}"/>
              </a:ext>
            </a:extLst>
          </p:cNvPr>
          <p:cNvSpPr/>
          <p:nvPr/>
        </p:nvSpPr>
        <p:spPr>
          <a:xfrm>
            <a:off x="1483447" y="329652"/>
            <a:ext cx="535862" cy="2916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2"/>
          <p:cNvSpPr/>
          <p:nvPr/>
        </p:nvSpPr>
        <p:spPr>
          <a:xfrm>
            <a:off x="1539149" y="233686"/>
            <a:ext cx="1758315" cy="674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0" indent="-228600" algn="r" rtl="0" eaLnBrk="0">
              <a:lnSpc>
                <a:spcPct val="91000"/>
              </a:lnSpc>
              <a:buFont typeface="+mj-ea"/>
              <a:buAutoNum type="circleNumDbPlain" startAt="4"/>
            </a:pPr>
            <a:r>
              <a:rPr sz="1200" b="1" kern="0" spc="11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合规回答+风险提</a:t>
            </a:r>
            <a:r>
              <a:rPr sz="1200" b="1" kern="0" spc="10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ctr" rtl="0" eaLnBrk="0">
              <a:lnSpc>
                <a:spcPts val="3800"/>
              </a:lnSpc>
            </a:pPr>
            <a:r>
              <a:rPr sz="12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模板匹配(基础)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9E4F31-4561-6185-47C6-3C0D3CE01BC6}"/>
              </a:ext>
            </a:extLst>
          </p:cNvPr>
          <p:cNvSpPr/>
          <p:nvPr/>
        </p:nvSpPr>
        <p:spPr>
          <a:xfrm>
            <a:off x="2002081" y="1880263"/>
            <a:ext cx="535862" cy="2916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44B0E80-230B-14E2-2CF7-58F36C89E042}"/>
              </a:ext>
            </a:extLst>
          </p:cNvPr>
          <p:cNvSpPr/>
          <p:nvPr/>
        </p:nvSpPr>
        <p:spPr>
          <a:xfrm>
            <a:off x="5456182" y="1334308"/>
            <a:ext cx="220092" cy="239467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6"/>
          <p:cNvSpPr/>
          <p:nvPr/>
        </p:nvSpPr>
        <p:spPr>
          <a:xfrm>
            <a:off x="3389030" y="1362671"/>
            <a:ext cx="3672205" cy="198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画像/</a:t>
            </a:r>
            <a:r>
              <a:rPr sz="1200" b="1" kern="0" spc="3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场景信息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200" b="1" kern="0" spc="2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候选回答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/决策辅助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24950F7-76D5-D8CB-80C9-DAD40EF74456}"/>
              </a:ext>
            </a:extLst>
          </p:cNvPr>
          <p:cNvSpPr/>
          <p:nvPr/>
        </p:nvSpPr>
        <p:spPr>
          <a:xfrm>
            <a:off x="5843953" y="2920456"/>
            <a:ext cx="220092" cy="239467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3945016" y="2982531"/>
            <a:ext cx="1609521" cy="23946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0" indent="-228600" algn="l" rtl="0" eaLnBrk="0">
              <a:lnSpc>
                <a:spcPct val="88000"/>
              </a:lnSpc>
              <a:buFont typeface="+mj-ea"/>
              <a:buAutoNum type="circleNumDbPlain" startAt="5"/>
            </a:pPr>
            <a:r>
              <a:rPr sz="1200" b="1" kern="0" spc="6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记忆更新</a:t>
            </a:r>
            <a:r>
              <a:rPr sz="12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/</a:t>
            </a:r>
            <a:r>
              <a:rPr sz="1200" b="1" kern="0" spc="6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画像更新</a:t>
            </a:r>
            <a:endParaRPr sz="1200" b="1" dirty="0">
              <a:latin typeface="SimHei"/>
              <a:ea typeface="SimHei"/>
              <a:cs typeface="SimHei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2B05FC9-A62C-580E-E004-6E5969EC3D50}"/>
              </a:ext>
            </a:extLst>
          </p:cNvPr>
          <p:cNvSpPr/>
          <p:nvPr/>
        </p:nvSpPr>
        <p:spPr>
          <a:xfrm>
            <a:off x="2002081" y="2957211"/>
            <a:ext cx="277809" cy="275623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2"/>
          <p:cNvSpPr/>
          <p:nvPr/>
        </p:nvSpPr>
        <p:spPr>
          <a:xfrm>
            <a:off x="1994014" y="2988429"/>
            <a:ext cx="1395016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0" indent="-228600" eaLnBrk="0">
              <a:lnSpc>
                <a:spcPct val="88000"/>
              </a:lnSpc>
              <a:buFont typeface="+mj-ea"/>
              <a:buAutoNum type="circleNumDbPlain" startAt="2"/>
            </a:pPr>
            <a:r>
              <a:rPr sz="1200" b="1" kern="0" spc="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记忆召回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/供给</a:t>
            </a:r>
            <a:endParaRPr sz="1200" b="1" dirty="0">
              <a:latin typeface="SimHei"/>
              <a:ea typeface="SimHei"/>
              <a:cs typeface="Sim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999207" y="1942426"/>
            <a:ext cx="838200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0" indent="-228600" algn="l" rtl="0" eaLnBrk="0">
              <a:lnSpc>
                <a:spcPct val="95000"/>
              </a:lnSpc>
              <a:buFont typeface="+mj-ea"/>
              <a:buAutoNum type="circleNumDbPlain"/>
            </a:pPr>
            <a:r>
              <a:rPr sz="1200" b="1" kern="0" spc="-60" dirty="0" err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用户输入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DF2336-813E-85BE-4B4F-FF7B6909E871}"/>
              </a:ext>
            </a:extLst>
          </p:cNvPr>
          <p:cNvSpPr txBox="1"/>
          <p:nvPr/>
        </p:nvSpPr>
        <p:spPr>
          <a:xfrm>
            <a:off x="5804196" y="2920456"/>
            <a:ext cx="1858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 startAt="3"/>
            </a:pPr>
            <a:r>
              <a:rPr lang="zh-CN" altLang="en-US"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工具回路</a:t>
            </a:r>
            <a:r>
              <a:rPr lang="en-US" altLang="zh-CN"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(</a:t>
            </a:r>
            <a:r>
              <a:rPr lang="zh-CN" altLang="en-US"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调用</a:t>
            </a:r>
            <a:r>
              <a:rPr lang="en-US" altLang="zh-CN"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/</a:t>
            </a:r>
            <a:r>
              <a:rPr lang="zh-CN" altLang="en-US"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反馈</a:t>
            </a:r>
            <a:r>
              <a:rPr lang="en-US" altLang="zh-CN" sz="12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</a:rPr>
              <a:t>)</a:t>
            </a:r>
            <a:endParaRPr lang="zh-CN" altLang="en-US" sz="1200" b="1" kern="0" spc="20" dirty="0">
              <a:solidFill>
                <a:srgbClr val="000000">
                  <a:alpha val="100000"/>
                </a:srgbClr>
              </a:solidFill>
              <a:latin typeface="SimHei"/>
              <a:ea typeface="SimHe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</Words>
  <Application>Microsoft Office PowerPoint</Application>
  <PresentationFormat>自定义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SimHei</vt:lpstr>
      <vt:lpstr>微软雅黑</vt:lpstr>
      <vt:lpstr>Arial</vt:lpstr>
      <vt:lpstr>Calibri</vt:lpstr>
      <vt:lpstr>Office 主题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</dc:creator>
  <cp:lastModifiedBy>鉴 倪</cp:lastModifiedBy>
  <cp:revision>1</cp:revision>
  <dcterms:created xsi:type="dcterms:W3CDTF">2026-03-05T15:28:47Z</dcterms:created>
  <dcterms:modified xsi:type="dcterms:W3CDTF">2026-03-05T15:38:44Z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2052-12.9.0.25379</vt:lpwstr>
  </property>
  <property fmtid="{D5CDD505-2E9C-101B-9397-08002B2CF9AE}" pid="3" name="ICV">
    <vt:lpwstr>BC8DEE5211CB2DDFEEA0A96986FB5786_42</vt:lpwstr>
  </property>
</Properties>
</file>