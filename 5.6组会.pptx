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9" r:id="rId2"/>
    <p:sldId id="256" r:id="rId3"/>
    <p:sldId id="257" r:id="rId4"/>
    <p:sldId id="258" r:id="rId5"/>
    <p:sldId id="260" r:id="rId6"/>
    <p:sldId id="263" r:id="rId7"/>
    <p:sldId id="268" r:id="rId8"/>
    <p:sldId id="269" r:id="rId9"/>
    <p:sldId id="272" r:id="rId10"/>
    <p:sldId id="261" r:id="rId11"/>
    <p:sldId id="262" r:id="rId12"/>
    <p:sldId id="267" r:id="rId13"/>
    <p:sldId id="271" r:id="rId14"/>
    <p:sldId id="264" r:id="rId15"/>
    <p:sldId id="265" r:id="rId16"/>
    <p:sldId id="266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F0BED-069C-4692-89B4-7EC3CAA44EAA}" v="5" dt="2025-06-17T04:24:20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9" d="100"/>
          <a:sy n="69" d="100"/>
        </p:scale>
        <p:origin x="65" y="4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鉴 倪" userId="3e3dc18e845336b9" providerId="LiveId" clId="{03C575D4-546E-407D-925C-1874C5C377F1}"/>
    <pc:docChg chg="undo custSel addSld delSld modSld sldOrd">
      <pc:chgData name="鉴 倪" userId="3e3dc18e845336b9" providerId="LiveId" clId="{03C575D4-546E-407D-925C-1874C5C377F1}" dt="2025-05-24T13:10:30.210" v="3046" actId="255"/>
      <pc:docMkLst>
        <pc:docMk/>
      </pc:docMkLst>
      <pc:sldChg chg="addSp delSp modSp mod">
        <pc:chgData name="鉴 倪" userId="3e3dc18e845336b9" providerId="LiveId" clId="{03C575D4-546E-407D-925C-1874C5C377F1}" dt="2025-05-24T08:54:35.474" v="2527" actId="20577"/>
        <pc:sldMkLst>
          <pc:docMk/>
          <pc:sldMk cId="2358075687" sldId="256"/>
        </pc:sldMkLst>
        <pc:spChg chg="add mod ord">
          <ac:chgData name="鉴 倪" userId="3e3dc18e845336b9" providerId="LiveId" clId="{03C575D4-546E-407D-925C-1874C5C377F1}" dt="2025-05-24T08:53:33.909" v="2518" actId="1076"/>
          <ac:spMkLst>
            <pc:docMk/>
            <pc:sldMk cId="2358075687" sldId="256"/>
            <ac:spMk id="3" creationId="{A194DE91-BAE2-3082-AE27-858F35DFC61F}"/>
          </ac:spMkLst>
        </pc:spChg>
        <pc:spChg chg="add mod">
          <ac:chgData name="鉴 倪" userId="3e3dc18e845336b9" providerId="LiveId" clId="{03C575D4-546E-407D-925C-1874C5C377F1}" dt="2025-05-24T08:47:57.092" v="2374" actId="2711"/>
          <ac:spMkLst>
            <pc:docMk/>
            <pc:sldMk cId="2358075687" sldId="256"/>
            <ac:spMk id="6" creationId="{2E237BBA-B792-1EBD-594C-2434870010B3}"/>
          </ac:spMkLst>
        </pc:spChg>
        <pc:spChg chg="add mod">
          <ac:chgData name="鉴 倪" userId="3e3dc18e845336b9" providerId="LiveId" clId="{03C575D4-546E-407D-925C-1874C5C377F1}" dt="2025-05-24T08:53:47.168" v="2523" actId="1076"/>
          <ac:spMkLst>
            <pc:docMk/>
            <pc:sldMk cId="2358075687" sldId="256"/>
            <ac:spMk id="7" creationId="{ED483B8E-FBCB-39BE-9336-897D77B32E12}"/>
          </ac:spMkLst>
        </pc:spChg>
        <pc:spChg chg="add mod">
          <ac:chgData name="鉴 倪" userId="3e3dc18e845336b9" providerId="LiveId" clId="{03C575D4-546E-407D-925C-1874C5C377F1}" dt="2025-05-05T14:46:14.689" v="308" actId="1076"/>
          <ac:spMkLst>
            <pc:docMk/>
            <pc:sldMk cId="2358075687" sldId="256"/>
            <ac:spMk id="17" creationId="{C9CC639D-19FF-E4F7-4B6F-EBBB1ED16819}"/>
          </ac:spMkLst>
        </pc:spChg>
        <pc:spChg chg="mod">
          <ac:chgData name="鉴 倪" userId="3e3dc18e845336b9" providerId="LiveId" clId="{03C575D4-546E-407D-925C-1874C5C377F1}" dt="2025-05-05T14:45:49.812" v="303" actId="14100"/>
          <ac:spMkLst>
            <pc:docMk/>
            <pc:sldMk cId="2358075687" sldId="256"/>
            <ac:spMk id="22" creationId="{850D9A36-865C-4640-CE3B-6B119BCDD5AC}"/>
          </ac:spMkLst>
        </pc:spChg>
        <pc:spChg chg="mod">
          <ac:chgData name="鉴 倪" userId="3e3dc18e845336b9" providerId="LiveId" clId="{03C575D4-546E-407D-925C-1874C5C377F1}" dt="2025-05-24T08:53:44.222" v="2522" actId="20577"/>
          <ac:spMkLst>
            <pc:docMk/>
            <pc:sldMk cId="2358075687" sldId="256"/>
            <ac:spMk id="23" creationId="{1508D3E7-BAB6-E317-363B-729C9C76ABEC}"/>
          </ac:spMkLst>
        </pc:spChg>
        <pc:spChg chg="mod">
          <ac:chgData name="鉴 倪" userId="3e3dc18e845336b9" providerId="LiveId" clId="{03C575D4-546E-407D-925C-1874C5C377F1}" dt="2025-05-24T08:50:57.591" v="2465" actId="5793"/>
          <ac:spMkLst>
            <pc:docMk/>
            <pc:sldMk cId="2358075687" sldId="256"/>
            <ac:spMk id="27" creationId="{F6398E1D-200C-88C2-42AB-E1AE2F2C8614}"/>
          </ac:spMkLst>
        </pc:spChg>
        <pc:spChg chg="add mod">
          <ac:chgData name="鉴 倪" userId="3e3dc18e845336b9" providerId="LiveId" clId="{03C575D4-546E-407D-925C-1874C5C377F1}" dt="2025-05-24T08:48:48.056" v="2384" actId="113"/>
          <ac:spMkLst>
            <pc:docMk/>
            <pc:sldMk cId="2358075687" sldId="256"/>
            <ac:spMk id="32" creationId="{9A302411-A6BA-6D59-3ACA-54FB61C3D5EE}"/>
          </ac:spMkLst>
        </pc:spChg>
        <pc:spChg chg="mod">
          <ac:chgData name="鉴 倪" userId="3e3dc18e845336b9" providerId="LiveId" clId="{03C575D4-546E-407D-925C-1874C5C377F1}" dt="2025-05-24T08:47:31.085" v="2366" actId="1076"/>
          <ac:spMkLst>
            <pc:docMk/>
            <pc:sldMk cId="2358075687" sldId="256"/>
            <ac:spMk id="71" creationId="{924C7A79-910B-94D3-13CD-130E1183ECB9}"/>
          </ac:spMkLst>
        </pc:spChg>
        <pc:spChg chg="mod">
          <ac:chgData name="鉴 倪" userId="3e3dc18e845336b9" providerId="LiveId" clId="{03C575D4-546E-407D-925C-1874C5C377F1}" dt="2025-05-24T08:47:38.317" v="2367" actId="2711"/>
          <ac:spMkLst>
            <pc:docMk/>
            <pc:sldMk cId="2358075687" sldId="256"/>
            <ac:spMk id="98" creationId="{2D74CECE-D76D-E9DA-2640-CFA1EDC25DEF}"/>
          </ac:spMkLst>
        </pc:spChg>
        <pc:spChg chg="mod">
          <ac:chgData name="鉴 倪" userId="3e3dc18e845336b9" providerId="LiveId" clId="{03C575D4-546E-407D-925C-1874C5C377F1}" dt="2025-05-05T14:47:36.303" v="342" actId="113"/>
          <ac:spMkLst>
            <pc:docMk/>
            <pc:sldMk cId="2358075687" sldId="256"/>
            <ac:spMk id="106" creationId="{023CD192-0B38-226F-D1A8-2EA74B0BD38E}"/>
          </ac:spMkLst>
        </pc:spChg>
        <pc:spChg chg="mod">
          <ac:chgData name="鉴 倪" userId="3e3dc18e845336b9" providerId="LiveId" clId="{03C575D4-546E-407D-925C-1874C5C377F1}" dt="2025-05-05T14:27:29.913" v="141" actId="1076"/>
          <ac:spMkLst>
            <pc:docMk/>
            <pc:sldMk cId="2358075687" sldId="256"/>
            <ac:spMk id="109" creationId="{06B06812-20AB-BBCE-2ADD-D194C28F29A3}"/>
          </ac:spMkLst>
        </pc:spChg>
        <pc:spChg chg="mod">
          <ac:chgData name="鉴 倪" userId="3e3dc18e845336b9" providerId="LiveId" clId="{03C575D4-546E-407D-925C-1874C5C377F1}" dt="2025-05-24T08:48:01.025" v="2375" actId="2711"/>
          <ac:spMkLst>
            <pc:docMk/>
            <pc:sldMk cId="2358075687" sldId="256"/>
            <ac:spMk id="110" creationId="{079FC56F-07B9-900D-2ED1-D9C328E4836B}"/>
          </ac:spMkLst>
        </pc:spChg>
        <pc:spChg chg="mod">
          <ac:chgData name="鉴 倪" userId="3e3dc18e845336b9" providerId="LiveId" clId="{03C575D4-546E-407D-925C-1874C5C377F1}" dt="2025-05-24T08:49:56.878" v="2407" actId="1076"/>
          <ac:spMkLst>
            <pc:docMk/>
            <pc:sldMk cId="2358075687" sldId="256"/>
            <ac:spMk id="115" creationId="{FF26BD58-640B-54DB-60A9-AD4998AB959E}"/>
          </ac:spMkLst>
        </pc:spChg>
        <pc:spChg chg="mod">
          <ac:chgData name="鉴 倪" userId="3e3dc18e845336b9" providerId="LiveId" clId="{03C575D4-546E-407D-925C-1874C5C377F1}" dt="2025-05-24T08:49:03.090" v="2388" actId="403"/>
          <ac:spMkLst>
            <pc:docMk/>
            <pc:sldMk cId="2358075687" sldId="256"/>
            <ac:spMk id="123" creationId="{B8084674-D49B-AD12-92F5-A87D8C6FDA09}"/>
          </ac:spMkLst>
        </pc:spChg>
        <pc:spChg chg="mod">
          <ac:chgData name="鉴 倪" userId="3e3dc18e845336b9" providerId="LiveId" clId="{03C575D4-546E-407D-925C-1874C5C377F1}" dt="2025-05-24T08:47:43.791" v="2371" actId="20577"/>
          <ac:spMkLst>
            <pc:docMk/>
            <pc:sldMk cId="2358075687" sldId="256"/>
            <ac:spMk id="139" creationId="{8786C572-4FEB-F293-DA19-A8CEBCF76F47}"/>
          </ac:spMkLst>
        </pc:spChg>
        <pc:spChg chg="mod">
          <ac:chgData name="鉴 倪" userId="3e3dc18e845336b9" providerId="LiveId" clId="{03C575D4-546E-407D-925C-1874C5C377F1}" dt="2025-05-24T08:48:19.292" v="2378" actId="2711"/>
          <ac:spMkLst>
            <pc:docMk/>
            <pc:sldMk cId="2358075687" sldId="256"/>
            <ac:spMk id="140" creationId="{34764F7C-3FDC-04F8-619B-E04E5AE657DA}"/>
          </ac:spMkLst>
        </pc:spChg>
        <pc:spChg chg="mod">
          <ac:chgData name="鉴 倪" userId="3e3dc18e845336b9" providerId="LiveId" clId="{03C575D4-546E-407D-925C-1874C5C377F1}" dt="2025-05-24T08:54:35.474" v="2527" actId="20577"/>
          <ac:spMkLst>
            <pc:docMk/>
            <pc:sldMk cId="2358075687" sldId="256"/>
            <ac:spMk id="143" creationId="{A4B9F4CE-4C6F-5422-4A19-09D005B58842}"/>
          </ac:spMkLst>
        </pc:spChg>
        <pc:spChg chg="mod">
          <ac:chgData name="鉴 倪" userId="3e3dc18e845336b9" providerId="LiveId" clId="{03C575D4-546E-407D-925C-1874C5C377F1}" dt="2025-05-24T08:48:32.496" v="2380" actId="2711"/>
          <ac:spMkLst>
            <pc:docMk/>
            <pc:sldMk cId="2358075687" sldId="256"/>
            <ac:spMk id="145" creationId="{8C6AE4BD-9C0D-7584-F594-6E1AEEDC195B}"/>
          </ac:spMkLst>
        </pc:spChg>
        <pc:spChg chg="mod">
          <ac:chgData name="鉴 倪" userId="3e3dc18e845336b9" providerId="LiveId" clId="{03C575D4-546E-407D-925C-1874C5C377F1}" dt="2025-05-24T08:51:52.200" v="2478" actId="1076"/>
          <ac:spMkLst>
            <pc:docMk/>
            <pc:sldMk cId="2358075687" sldId="256"/>
            <ac:spMk id="154" creationId="{CE26531B-DB1B-4F93-9185-FE39A1695463}"/>
          </ac:spMkLst>
        </pc:spChg>
        <pc:spChg chg="mod">
          <ac:chgData name="鉴 倪" userId="3e3dc18e845336b9" providerId="LiveId" clId="{03C575D4-546E-407D-925C-1874C5C377F1}" dt="2025-05-24T08:53:31.698" v="2517" actId="20577"/>
          <ac:spMkLst>
            <pc:docMk/>
            <pc:sldMk cId="2358075687" sldId="256"/>
            <ac:spMk id="161" creationId="{02F8FB82-3C8C-FB6F-5235-4380713BBA7A}"/>
          </ac:spMkLst>
        </pc:spChg>
        <pc:grpChg chg="add mod">
          <ac:chgData name="鉴 倪" userId="3e3dc18e845336b9" providerId="LiveId" clId="{03C575D4-546E-407D-925C-1874C5C377F1}" dt="2025-05-24T08:52:45.716" v="2509" actId="1076"/>
          <ac:grpSpMkLst>
            <pc:docMk/>
            <pc:sldMk cId="2358075687" sldId="256"/>
            <ac:grpSpMk id="4" creationId="{E71C2AEB-12F3-A883-95ED-7819F3A92CE5}"/>
          </ac:grpSpMkLst>
        </pc:grpChg>
        <pc:grpChg chg="add mod">
          <ac:chgData name="鉴 倪" userId="3e3dc18e845336b9" providerId="LiveId" clId="{03C575D4-546E-407D-925C-1874C5C377F1}" dt="2025-05-05T14:46:17.627" v="309" actId="1076"/>
          <ac:grpSpMkLst>
            <pc:docMk/>
            <pc:sldMk cId="2358075687" sldId="256"/>
            <ac:grpSpMk id="21" creationId="{2041E59B-0A38-1F55-F876-2E7C58D8F8E3}"/>
          </ac:grpSpMkLst>
        </pc:grpChg>
        <pc:grpChg chg="mod">
          <ac:chgData name="鉴 倪" userId="3e3dc18e845336b9" providerId="LiveId" clId="{03C575D4-546E-407D-925C-1874C5C377F1}" dt="2025-05-24T08:49:28.816" v="2396" actId="1076"/>
          <ac:grpSpMkLst>
            <pc:docMk/>
            <pc:sldMk cId="2358075687" sldId="256"/>
            <ac:grpSpMk id="46" creationId="{4A062370-AACA-75BF-5AE9-D97A79C01CC2}"/>
          </ac:grpSpMkLst>
        </pc:grpChg>
        <pc:grpChg chg="mod ord">
          <ac:chgData name="鉴 倪" userId="3e3dc18e845336b9" providerId="LiveId" clId="{03C575D4-546E-407D-925C-1874C5C377F1}" dt="2025-05-24T08:52:42.210" v="2508" actId="164"/>
          <ac:grpSpMkLst>
            <pc:docMk/>
            <pc:sldMk cId="2358075687" sldId="256"/>
            <ac:grpSpMk id="162" creationId="{1D22D5DE-B86C-5D3B-F49C-2444E3E6D18A}"/>
          </ac:grpSpMkLst>
        </pc:grpChg>
        <pc:cxnChg chg="add mod">
          <ac:chgData name="鉴 倪" userId="3e3dc18e845336b9" providerId="LiveId" clId="{03C575D4-546E-407D-925C-1874C5C377F1}" dt="2025-05-05T14:38:09.195" v="157" actId="1076"/>
          <ac:cxnSpMkLst>
            <pc:docMk/>
            <pc:sldMk cId="2358075687" sldId="256"/>
            <ac:cxnSpMk id="10" creationId="{AD4B9053-510F-DBF8-1628-C256CAC32189}"/>
          </ac:cxnSpMkLst>
        </pc:cxnChg>
        <pc:cxnChg chg="add mod">
          <ac:chgData name="鉴 倪" userId="3e3dc18e845336b9" providerId="LiveId" clId="{03C575D4-546E-407D-925C-1874C5C377F1}" dt="2025-05-05T14:46:14.689" v="308" actId="1076"/>
          <ac:cxnSpMkLst>
            <pc:docMk/>
            <pc:sldMk cId="2358075687" sldId="256"/>
            <ac:cxnSpMk id="19" creationId="{D027A15D-67A6-37C4-4912-C7E3237DC10B}"/>
          </ac:cxnSpMkLst>
        </pc:cxnChg>
        <pc:cxnChg chg="add mod">
          <ac:chgData name="鉴 倪" userId="3e3dc18e845336b9" providerId="LiveId" clId="{03C575D4-546E-407D-925C-1874C5C377F1}" dt="2025-05-06T02:47:48.882" v="352" actId="1076"/>
          <ac:cxnSpMkLst>
            <pc:docMk/>
            <pc:sldMk cId="2358075687" sldId="256"/>
            <ac:cxnSpMk id="29" creationId="{04EC91A0-624F-317D-E54B-D4B3D26FEDF9}"/>
          </ac:cxnSpMkLst>
        </pc:cxnChg>
        <pc:cxnChg chg="mod">
          <ac:chgData name="鉴 倪" userId="3e3dc18e845336b9" providerId="LiveId" clId="{03C575D4-546E-407D-925C-1874C5C377F1}" dt="2025-05-24T08:50:30.078" v="2438" actId="255"/>
          <ac:cxnSpMkLst>
            <pc:docMk/>
            <pc:sldMk cId="2358075687" sldId="256"/>
            <ac:cxnSpMk id="102" creationId="{EB417AAB-8F03-52DA-D56B-54E5C3C2F0AE}"/>
          </ac:cxnSpMkLst>
        </pc:cxnChg>
        <pc:cxnChg chg="mod">
          <ac:chgData name="鉴 倪" userId="3e3dc18e845336b9" providerId="LiveId" clId="{03C575D4-546E-407D-925C-1874C5C377F1}" dt="2025-05-24T08:53:14.159" v="2513" actId="14100"/>
          <ac:cxnSpMkLst>
            <pc:docMk/>
            <pc:sldMk cId="2358075687" sldId="256"/>
            <ac:cxnSpMk id="114" creationId="{8D30A506-4263-A2A3-AF06-8DC02D5D179C}"/>
          </ac:cxnSpMkLst>
        </pc:cxnChg>
        <pc:cxnChg chg="mod">
          <ac:chgData name="鉴 倪" userId="3e3dc18e845336b9" providerId="LiveId" clId="{03C575D4-546E-407D-925C-1874C5C377F1}" dt="2025-05-06T07:29:07.066" v="1016" actId="1038"/>
          <ac:cxnSpMkLst>
            <pc:docMk/>
            <pc:sldMk cId="2358075687" sldId="256"/>
            <ac:cxnSpMk id="130" creationId="{68E0F614-3AF3-EA08-99FF-B1A1567CDF47}"/>
          </ac:cxnSpMkLst>
        </pc:cxnChg>
      </pc:sldChg>
      <pc:sldChg chg="addSp delSp modSp mod ord">
        <pc:chgData name="鉴 倪" userId="3e3dc18e845336b9" providerId="LiveId" clId="{03C575D4-546E-407D-925C-1874C5C377F1}" dt="2025-05-06T04:17:02.425" v="981" actId="14734"/>
        <pc:sldMkLst>
          <pc:docMk/>
          <pc:sldMk cId="4100723839" sldId="257"/>
        </pc:sldMkLst>
        <pc:graphicFrameChg chg="add mod modGraphic">
          <ac:chgData name="鉴 倪" userId="3e3dc18e845336b9" providerId="LiveId" clId="{03C575D4-546E-407D-925C-1874C5C377F1}" dt="2025-05-06T04:17:02.425" v="981" actId="14734"/>
          <ac:graphicFrameMkLst>
            <pc:docMk/>
            <pc:sldMk cId="4100723839" sldId="257"/>
            <ac:graphicFrameMk id="2" creationId="{7FCBA9F4-C722-56CD-6889-E58F375A9E73}"/>
          </ac:graphicFrameMkLst>
        </pc:graphicFrameChg>
      </pc:sldChg>
      <pc:sldChg chg="addSp delSp modSp add mod">
        <pc:chgData name="鉴 倪" userId="3e3dc18e845336b9" providerId="LiveId" clId="{03C575D4-546E-407D-925C-1874C5C377F1}" dt="2025-05-06T07:09:33.713" v="1009" actId="108"/>
        <pc:sldMkLst>
          <pc:docMk/>
          <pc:sldMk cId="3431228612" sldId="258"/>
        </pc:sldMkLst>
        <pc:graphicFrameChg chg="add mod modGraphic">
          <ac:chgData name="鉴 倪" userId="3e3dc18e845336b9" providerId="LiveId" clId="{03C575D4-546E-407D-925C-1874C5C377F1}" dt="2025-05-06T07:09:33.713" v="1009" actId="108"/>
          <ac:graphicFrameMkLst>
            <pc:docMk/>
            <pc:sldMk cId="3431228612" sldId="258"/>
            <ac:graphicFrameMk id="3" creationId="{044DBC7D-315A-99D4-99FE-1CBC84ECC3D7}"/>
          </ac:graphicFrameMkLst>
        </pc:graphicFrameChg>
      </pc:sldChg>
      <pc:sldChg chg="addSp delSp modSp add mod ord">
        <pc:chgData name="鉴 倪" userId="3e3dc18e845336b9" providerId="LiveId" clId="{03C575D4-546E-407D-925C-1874C5C377F1}" dt="2025-05-06T04:07:24.448" v="964" actId="1076"/>
        <pc:sldMkLst>
          <pc:docMk/>
          <pc:sldMk cId="3026139530" sldId="259"/>
        </pc:sldMkLst>
        <pc:spChg chg="add mod">
          <ac:chgData name="鉴 倪" userId="3e3dc18e845336b9" providerId="LiveId" clId="{03C575D4-546E-407D-925C-1874C5C377F1}" dt="2025-05-06T04:04:13.647" v="668" actId="1076"/>
          <ac:spMkLst>
            <pc:docMk/>
            <pc:sldMk cId="3026139530" sldId="259"/>
            <ac:spMk id="5" creationId="{A917FA4C-2504-6028-2827-AA964B2ED79E}"/>
          </ac:spMkLst>
        </pc:spChg>
        <pc:spChg chg="add mod">
          <ac:chgData name="鉴 倪" userId="3e3dc18e845336b9" providerId="LiveId" clId="{03C575D4-546E-407D-925C-1874C5C377F1}" dt="2025-05-06T04:04:38.703" v="710" actId="20577"/>
          <ac:spMkLst>
            <pc:docMk/>
            <pc:sldMk cId="3026139530" sldId="259"/>
            <ac:spMk id="6" creationId="{E255F84B-AA85-F99C-0E88-158607B9BF8D}"/>
          </ac:spMkLst>
        </pc:spChg>
        <pc:spChg chg="add mod">
          <ac:chgData name="鉴 倪" userId="3e3dc18e845336b9" providerId="LiveId" clId="{03C575D4-546E-407D-925C-1874C5C377F1}" dt="2025-05-06T04:05:06.470" v="747" actId="20577"/>
          <ac:spMkLst>
            <pc:docMk/>
            <pc:sldMk cId="3026139530" sldId="259"/>
            <ac:spMk id="7" creationId="{8876C8BA-4358-C102-FC8C-8BD9D10D4BB4}"/>
          </ac:spMkLst>
        </pc:spChg>
        <pc:spChg chg="add mod">
          <ac:chgData name="鉴 倪" userId="3e3dc18e845336b9" providerId="LiveId" clId="{03C575D4-546E-407D-925C-1874C5C377F1}" dt="2025-05-06T04:07:24.448" v="964" actId="1076"/>
          <ac:spMkLst>
            <pc:docMk/>
            <pc:sldMk cId="3026139530" sldId="259"/>
            <ac:spMk id="8" creationId="{72D158CF-74AA-8691-5099-AAAB61057F69}"/>
          </ac:spMkLst>
        </pc:spChg>
        <pc:graphicFrameChg chg="add mod modGraphic">
          <ac:chgData name="鉴 倪" userId="3e3dc18e845336b9" providerId="LiveId" clId="{03C575D4-546E-407D-925C-1874C5C377F1}" dt="2025-05-06T04:04:19.798" v="670" actId="1076"/>
          <ac:graphicFrameMkLst>
            <pc:docMk/>
            <pc:sldMk cId="3026139530" sldId="259"/>
            <ac:graphicFrameMk id="4" creationId="{96BFF764-1B4C-DABE-13DE-86E8579BC48A}"/>
          </ac:graphicFrameMkLst>
        </pc:graphicFrameChg>
        <pc:picChg chg="add mod">
          <ac:chgData name="鉴 倪" userId="3e3dc18e845336b9" providerId="LiveId" clId="{03C575D4-546E-407D-925C-1874C5C377F1}" dt="2025-05-06T04:04:50.152" v="713" actId="1076"/>
          <ac:picMkLst>
            <pc:docMk/>
            <pc:sldMk cId="3026139530" sldId="259"/>
            <ac:picMk id="2" creationId="{93ED1C13-65DB-DC20-4697-DD6E44D137DC}"/>
          </ac:picMkLst>
        </pc:picChg>
      </pc:sldChg>
      <pc:sldChg chg="addSp delSp modSp add mod">
        <pc:chgData name="鉴 倪" userId="3e3dc18e845336b9" providerId="LiveId" clId="{03C575D4-546E-407D-925C-1874C5C377F1}" dt="2025-05-06T08:16:28.339" v="1083" actId="22"/>
        <pc:sldMkLst>
          <pc:docMk/>
          <pc:sldMk cId="1260426347" sldId="260"/>
        </pc:sldMkLst>
        <pc:spChg chg="add mod">
          <ac:chgData name="鉴 倪" userId="3e3dc18e845336b9" providerId="LiveId" clId="{03C575D4-546E-407D-925C-1874C5C377F1}" dt="2025-05-06T08:01:40.584" v="1024" actId="1076"/>
          <ac:spMkLst>
            <pc:docMk/>
            <pc:sldMk cId="1260426347" sldId="260"/>
            <ac:spMk id="4" creationId="{F7395C76-374A-2CF5-C3CB-1A514DF4D080}"/>
          </ac:spMkLst>
        </pc:spChg>
        <pc:spChg chg="add mod">
          <ac:chgData name="鉴 倪" userId="3e3dc18e845336b9" providerId="LiveId" clId="{03C575D4-546E-407D-925C-1874C5C377F1}" dt="2025-05-06T08:12:56.800" v="1081" actId="20577"/>
          <ac:spMkLst>
            <pc:docMk/>
            <pc:sldMk cId="1260426347" sldId="260"/>
            <ac:spMk id="5" creationId="{1D13E3DB-04AB-BBC1-419D-761ABF97491F}"/>
          </ac:spMkLst>
        </pc:spChg>
      </pc:sldChg>
      <pc:sldChg chg="addSp delSp modSp new mod">
        <pc:chgData name="鉴 倪" userId="3e3dc18e845336b9" providerId="LiveId" clId="{03C575D4-546E-407D-925C-1874C5C377F1}" dt="2025-05-06T08:16:56.074" v="1109" actId="20577"/>
        <pc:sldMkLst>
          <pc:docMk/>
          <pc:sldMk cId="996200546" sldId="261"/>
        </pc:sldMkLst>
        <pc:spChg chg="add mod">
          <ac:chgData name="鉴 倪" userId="3e3dc18e845336b9" providerId="LiveId" clId="{03C575D4-546E-407D-925C-1874C5C377F1}" dt="2025-05-06T08:16:45.234" v="1092" actId="1076"/>
          <ac:spMkLst>
            <pc:docMk/>
            <pc:sldMk cId="996200546" sldId="261"/>
            <ac:spMk id="5" creationId="{5F66CDA6-6548-F331-BE39-F56DAF0AC6ED}"/>
          </ac:spMkLst>
        </pc:spChg>
        <pc:spChg chg="add mod">
          <ac:chgData name="鉴 倪" userId="3e3dc18e845336b9" providerId="LiveId" clId="{03C575D4-546E-407D-925C-1874C5C377F1}" dt="2025-05-06T08:16:56.074" v="1109" actId="20577"/>
          <ac:spMkLst>
            <pc:docMk/>
            <pc:sldMk cId="996200546" sldId="261"/>
            <ac:spMk id="8" creationId="{A5C24E75-4398-4903-F99C-4FBE81C22AFC}"/>
          </ac:spMkLst>
        </pc:spChg>
      </pc:sldChg>
      <pc:sldChg chg="addSp delSp modSp new mod">
        <pc:chgData name="鉴 倪" userId="3e3dc18e845336b9" providerId="LiveId" clId="{03C575D4-546E-407D-925C-1874C5C377F1}" dt="2025-05-06T12:32:39.971" v="1314"/>
        <pc:sldMkLst>
          <pc:docMk/>
          <pc:sldMk cId="961548575" sldId="262"/>
        </pc:sldMkLst>
        <pc:spChg chg="add mod">
          <ac:chgData name="鉴 倪" userId="3e3dc18e845336b9" providerId="LiveId" clId="{03C575D4-546E-407D-925C-1874C5C377F1}" dt="2025-05-06T12:32:39.971" v="1314"/>
          <ac:spMkLst>
            <pc:docMk/>
            <pc:sldMk cId="961548575" sldId="262"/>
            <ac:spMk id="5" creationId="{6A7F107B-0796-DD52-1747-CED7B5972F2B}"/>
          </ac:spMkLst>
        </pc:spChg>
      </pc:sldChg>
      <pc:sldChg chg="addSp delSp modSp new mod">
        <pc:chgData name="鉴 倪" userId="3e3dc18e845336b9" providerId="LiveId" clId="{03C575D4-546E-407D-925C-1874C5C377F1}" dt="2025-05-06T12:02:56.134" v="1202" actId="20578"/>
        <pc:sldMkLst>
          <pc:docMk/>
          <pc:sldMk cId="1262293220" sldId="263"/>
        </pc:sldMkLst>
        <pc:spChg chg="add mod">
          <ac:chgData name="鉴 倪" userId="3e3dc18e845336b9" providerId="LiveId" clId="{03C575D4-546E-407D-925C-1874C5C377F1}" dt="2025-05-06T12:02:56.134" v="1202" actId="20578"/>
          <ac:spMkLst>
            <pc:docMk/>
            <pc:sldMk cId="1262293220" sldId="263"/>
            <ac:spMk id="5" creationId="{C411384F-3CCC-D9DA-8743-ED1997945E38}"/>
          </ac:spMkLst>
        </pc:spChg>
      </pc:sldChg>
      <pc:sldChg chg="addSp delSp modSp new mod">
        <pc:chgData name="鉴 倪" userId="3e3dc18e845336b9" providerId="LiveId" clId="{03C575D4-546E-407D-925C-1874C5C377F1}" dt="2025-05-06T13:41:38.401" v="2033" actId="14100"/>
        <pc:sldMkLst>
          <pc:docMk/>
          <pc:sldMk cId="4244064417" sldId="264"/>
        </pc:sldMkLst>
        <pc:spChg chg="add mod">
          <ac:chgData name="鉴 倪" userId="3e3dc18e845336b9" providerId="LiveId" clId="{03C575D4-546E-407D-925C-1874C5C377F1}" dt="2025-05-06T08:40:00.949" v="1163" actId="20577"/>
          <ac:spMkLst>
            <pc:docMk/>
            <pc:sldMk cId="4244064417" sldId="264"/>
            <ac:spMk id="6" creationId="{BFE33ED5-2A41-E388-DAB0-94A16336DC9D}"/>
          </ac:spMkLst>
        </pc:spChg>
        <pc:spChg chg="add mod">
          <ac:chgData name="鉴 倪" userId="3e3dc18e845336b9" providerId="LiveId" clId="{03C575D4-546E-407D-925C-1874C5C377F1}" dt="2025-05-06T13:41:38.401" v="2033" actId="14100"/>
          <ac:spMkLst>
            <pc:docMk/>
            <pc:sldMk cId="4244064417" sldId="264"/>
            <ac:spMk id="8" creationId="{D77AD096-F1CF-3A27-B046-3E05BB1FEB24}"/>
          </ac:spMkLst>
        </pc:spChg>
      </pc:sldChg>
      <pc:sldChg chg="addSp delSp modSp new mod">
        <pc:chgData name="鉴 倪" userId="3e3dc18e845336b9" providerId="LiveId" clId="{03C575D4-546E-407D-925C-1874C5C377F1}" dt="2025-05-06T08:40:42.407" v="1173" actId="1076"/>
        <pc:sldMkLst>
          <pc:docMk/>
          <pc:sldMk cId="195693385" sldId="265"/>
        </pc:sldMkLst>
        <pc:spChg chg="add mod">
          <ac:chgData name="鉴 倪" userId="3e3dc18e845336b9" providerId="LiveId" clId="{03C575D4-546E-407D-925C-1874C5C377F1}" dt="2025-05-06T08:40:42.407" v="1173" actId="1076"/>
          <ac:spMkLst>
            <pc:docMk/>
            <pc:sldMk cId="195693385" sldId="265"/>
            <ac:spMk id="5" creationId="{8F87269B-0DFB-89A5-C4B5-FB05CA9DA700}"/>
          </ac:spMkLst>
        </pc:spChg>
      </pc:sldChg>
      <pc:sldChg chg="addSp delSp modSp new mod">
        <pc:chgData name="鉴 倪" userId="3e3dc18e845336b9" providerId="LiveId" clId="{03C575D4-546E-407D-925C-1874C5C377F1}" dt="2025-05-06T08:41:04.089" v="1179" actId="1076"/>
        <pc:sldMkLst>
          <pc:docMk/>
          <pc:sldMk cId="3504097325" sldId="266"/>
        </pc:sldMkLst>
        <pc:spChg chg="add mod">
          <ac:chgData name="鉴 倪" userId="3e3dc18e845336b9" providerId="LiveId" clId="{03C575D4-546E-407D-925C-1874C5C377F1}" dt="2025-05-06T08:41:04.089" v="1179" actId="1076"/>
          <ac:spMkLst>
            <pc:docMk/>
            <pc:sldMk cId="3504097325" sldId="266"/>
            <ac:spMk id="5" creationId="{D834A3CD-AF5E-2E5C-2520-ACA79AD59097}"/>
          </ac:spMkLst>
        </pc:spChg>
      </pc:sldChg>
      <pc:sldChg chg="addSp delSp modSp new mod">
        <pc:chgData name="鉴 倪" userId="3e3dc18e845336b9" providerId="LiveId" clId="{03C575D4-546E-407D-925C-1874C5C377F1}" dt="2025-05-06T12:37:05.306" v="1371" actId="1038"/>
        <pc:sldMkLst>
          <pc:docMk/>
          <pc:sldMk cId="3937880934" sldId="267"/>
        </pc:sldMkLst>
        <pc:spChg chg="add mod">
          <ac:chgData name="鉴 倪" userId="3e3dc18e845336b9" providerId="LiveId" clId="{03C575D4-546E-407D-925C-1874C5C377F1}" dt="2025-05-06T12:36:47.085" v="1362" actId="207"/>
          <ac:spMkLst>
            <pc:docMk/>
            <pc:sldMk cId="3937880934" sldId="267"/>
            <ac:spMk id="4" creationId="{68AD3D21-65AD-5C26-1929-DBFC4C3501B2}"/>
          </ac:spMkLst>
        </pc:spChg>
        <pc:spChg chg="add mod">
          <ac:chgData name="鉴 倪" userId="3e3dc18e845336b9" providerId="LiveId" clId="{03C575D4-546E-407D-925C-1874C5C377F1}" dt="2025-05-06T12:36:29.857" v="1360" actId="207"/>
          <ac:spMkLst>
            <pc:docMk/>
            <pc:sldMk cId="3937880934" sldId="267"/>
            <ac:spMk id="5" creationId="{D63065A0-4128-30C9-12AC-C425EA46AC13}"/>
          </ac:spMkLst>
        </pc:spChg>
        <pc:spChg chg="add mod">
          <ac:chgData name="鉴 倪" userId="3e3dc18e845336b9" providerId="LiveId" clId="{03C575D4-546E-407D-925C-1874C5C377F1}" dt="2025-05-06T12:35:09.060" v="1344" actId="14100"/>
          <ac:spMkLst>
            <pc:docMk/>
            <pc:sldMk cId="3937880934" sldId="267"/>
            <ac:spMk id="6" creationId="{2EE4F866-F962-0967-DC53-486031A3F3E7}"/>
          </ac:spMkLst>
        </pc:spChg>
        <pc:spChg chg="add mod">
          <ac:chgData name="鉴 倪" userId="3e3dc18e845336b9" providerId="LiveId" clId="{03C575D4-546E-407D-925C-1874C5C377F1}" dt="2025-05-06T12:37:05.306" v="1371" actId="1038"/>
          <ac:spMkLst>
            <pc:docMk/>
            <pc:sldMk cId="3937880934" sldId="267"/>
            <ac:spMk id="7" creationId="{3320B5A6-6A79-194B-FDD8-FE2298B532BD}"/>
          </ac:spMkLst>
        </pc:spChg>
        <pc:spChg chg="add mod">
          <ac:chgData name="鉴 倪" userId="3e3dc18e845336b9" providerId="LiveId" clId="{03C575D4-546E-407D-925C-1874C5C377F1}" dt="2025-05-06T12:35:17.050" v="1348" actId="1076"/>
          <ac:spMkLst>
            <pc:docMk/>
            <pc:sldMk cId="3937880934" sldId="267"/>
            <ac:spMk id="8" creationId="{316E57D6-0BCB-569E-6295-21CE57181DE6}"/>
          </ac:spMkLst>
        </pc:spChg>
        <pc:spChg chg="add mod">
          <ac:chgData name="鉴 倪" userId="3e3dc18e845336b9" providerId="LiveId" clId="{03C575D4-546E-407D-925C-1874C5C377F1}" dt="2025-05-06T12:35:34.146" v="1352" actId="1076"/>
          <ac:spMkLst>
            <pc:docMk/>
            <pc:sldMk cId="3937880934" sldId="267"/>
            <ac:spMk id="11" creationId="{820AAD6F-191D-9301-F72C-9E6302019382}"/>
          </ac:spMkLst>
        </pc:spChg>
        <pc:spChg chg="add mod">
          <ac:chgData name="鉴 倪" userId="3e3dc18e845336b9" providerId="LiveId" clId="{03C575D4-546E-407D-925C-1874C5C377F1}" dt="2025-05-06T12:37:05.306" v="1371" actId="1038"/>
          <ac:spMkLst>
            <pc:docMk/>
            <pc:sldMk cId="3937880934" sldId="267"/>
            <ac:spMk id="12" creationId="{33825BD9-7F0A-20C2-88CB-0C969ACD60DD}"/>
          </ac:spMkLst>
        </pc:spChg>
        <pc:cxnChg chg="add mod">
          <ac:chgData name="鉴 倪" userId="3e3dc18e845336b9" providerId="LiveId" clId="{03C575D4-546E-407D-925C-1874C5C377F1}" dt="2025-05-06T12:35:58.038" v="1357" actId="14100"/>
          <ac:cxnSpMkLst>
            <pc:docMk/>
            <pc:sldMk cId="3937880934" sldId="267"/>
            <ac:cxnSpMk id="9" creationId="{CB797389-C6E3-EF05-403F-0831A02768D9}"/>
          </ac:cxnSpMkLst>
        </pc:cxnChg>
        <pc:cxnChg chg="add mod">
          <ac:chgData name="鉴 倪" userId="3e3dc18e845336b9" providerId="LiveId" clId="{03C575D4-546E-407D-925C-1874C5C377F1}" dt="2025-05-06T12:35:43.517" v="1353" actId="1076"/>
          <ac:cxnSpMkLst>
            <pc:docMk/>
            <pc:sldMk cId="3937880934" sldId="267"/>
            <ac:cxnSpMk id="10" creationId="{320A127C-70DA-FF14-1455-0E6C7BF13BB5}"/>
          </ac:cxnSpMkLst>
        </pc:cxnChg>
      </pc:sldChg>
      <pc:sldChg chg="addSp delSp modSp new mod">
        <pc:chgData name="鉴 倪" userId="3e3dc18e845336b9" providerId="LiveId" clId="{03C575D4-546E-407D-925C-1874C5C377F1}" dt="2025-05-06T08:42:23.656" v="1189" actId="1076"/>
        <pc:sldMkLst>
          <pc:docMk/>
          <pc:sldMk cId="2593380333" sldId="268"/>
        </pc:sldMkLst>
        <pc:spChg chg="add mod">
          <ac:chgData name="鉴 倪" userId="3e3dc18e845336b9" providerId="LiveId" clId="{03C575D4-546E-407D-925C-1874C5C377F1}" dt="2025-05-06T08:42:23.656" v="1189" actId="1076"/>
          <ac:spMkLst>
            <pc:docMk/>
            <pc:sldMk cId="2593380333" sldId="268"/>
            <ac:spMk id="5" creationId="{AAAEAB04-4D78-4343-D3FC-E1623150EE70}"/>
          </ac:spMkLst>
        </pc:spChg>
      </pc:sldChg>
      <pc:sldChg chg="add del">
        <pc:chgData name="鉴 倪" userId="3e3dc18e845336b9" providerId="LiveId" clId="{03C575D4-546E-407D-925C-1874C5C377F1}" dt="2025-05-06T12:01:49.234" v="1191" actId="47"/>
        <pc:sldMkLst>
          <pc:docMk/>
          <pc:sldMk cId="26857690" sldId="269"/>
        </pc:sldMkLst>
      </pc:sldChg>
      <pc:sldChg chg="addSp delSp modSp add mod">
        <pc:chgData name="鉴 倪" userId="3e3dc18e845336b9" providerId="LiveId" clId="{03C575D4-546E-407D-925C-1874C5C377F1}" dt="2025-05-06T12:26:21.160" v="1306" actId="207"/>
        <pc:sldMkLst>
          <pc:docMk/>
          <pc:sldMk cId="1672222276" sldId="269"/>
        </pc:sldMkLst>
        <pc:spChg chg="mod">
          <ac:chgData name="鉴 倪" userId="3e3dc18e845336b9" providerId="LiveId" clId="{03C575D4-546E-407D-925C-1874C5C377F1}" dt="2025-05-06T12:25:59.840" v="1305" actId="20577"/>
          <ac:spMkLst>
            <pc:docMk/>
            <pc:sldMk cId="1672222276" sldId="269"/>
            <ac:spMk id="3" creationId="{71F49FA0-9F56-D0DC-BE88-03C437F83AB5}"/>
          </ac:spMkLst>
        </pc:spChg>
        <pc:spChg chg="mod">
          <ac:chgData name="鉴 倪" userId="3e3dc18e845336b9" providerId="LiveId" clId="{03C575D4-546E-407D-925C-1874C5C377F1}" dt="2025-05-06T12:23:23.220" v="1265" actId="1036"/>
          <ac:spMkLst>
            <pc:docMk/>
            <pc:sldMk cId="1672222276" sldId="269"/>
            <ac:spMk id="5" creationId="{39A1BE3E-92E9-5C19-9DEF-E013D37EBF68}"/>
          </ac:spMkLst>
        </pc:spChg>
        <pc:spChg chg="mod">
          <ac:chgData name="鉴 倪" userId="3e3dc18e845336b9" providerId="LiveId" clId="{03C575D4-546E-407D-925C-1874C5C377F1}" dt="2025-05-06T12:26:21.160" v="1306" actId="207"/>
          <ac:spMkLst>
            <pc:docMk/>
            <pc:sldMk cId="1672222276" sldId="269"/>
            <ac:spMk id="6" creationId="{A4AFFE5B-E1D0-9367-82E1-B7323917867A}"/>
          </ac:spMkLst>
        </pc:spChg>
        <pc:spChg chg="mod">
          <ac:chgData name="鉴 倪" userId="3e3dc18e845336b9" providerId="LiveId" clId="{03C575D4-546E-407D-925C-1874C5C377F1}" dt="2025-05-06T12:24:00.741" v="1304" actId="1038"/>
          <ac:spMkLst>
            <pc:docMk/>
            <pc:sldMk cId="1672222276" sldId="269"/>
            <ac:spMk id="8" creationId="{C7648CAD-2E2F-16BF-A945-75DB2A8854DB}"/>
          </ac:spMkLst>
        </pc:spChg>
        <pc:spChg chg="add mod">
          <ac:chgData name="鉴 倪" userId="3e3dc18e845336b9" providerId="LiveId" clId="{03C575D4-546E-407D-925C-1874C5C377F1}" dt="2025-05-06T12:24:00.741" v="1304" actId="1038"/>
          <ac:spMkLst>
            <pc:docMk/>
            <pc:sldMk cId="1672222276" sldId="269"/>
            <ac:spMk id="13" creationId="{0DC2334B-5144-8173-C3F9-4A3C7322F9FC}"/>
          </ac:spMkLst>
        </pc:spChg>
        <pc:spChg chg="mod">
          <ac:chgData name="鉴 倪" userId="3e3dc18e845336b9" providerId="LiveId" clId="{03C575D4-546E-407D-925C-1874C5C377F1}" dt="2025-05-06T12:21:35.214" v="1258" actId="1076"/>
          <ac:spMkLst>
            <pc:docMk/>
            <pc:sldMk cId="1672222276" sldId="269"/>
            <ac:spMk id="18" creationId="{F1FC2051-6492-07E9-6710-FC6E660AE8D8}"/>
          </ac:spMkLst>
        </pc:spChg>
        <pc:cxnChg chg="mod">
          <ac:chgData name="鉴 倪" userId="3e3dc18e845336b9" providerId="LiveId" clId="{03C575D4-546E-407D-925C-1874C5C377F1}" dt="2025-05-06T12:20:46.935" v="1255" actId="14100"/>
          <ac:cxnSpMkLst>
            <pc:docMk/>
            <pc:sldMk cId="1672222276" sldId="269"/>
            <ac:cxnSpMk id="7" creationId="{A34500D6-97BD-9A13-8E3D-521DBBBABFEE}"/>
          </ac:cxnSpMkLst>
        </pc:cxnChg>
      </pc:sldChg>
      <pc:sldChg chg="add del">
        <pc:chgData name="鉴 倪" userId="3e3dc18e845336b9" providerId="LiveId" clId="{03C575D4-546E-407D-925C-1874C5C377F1}" dt="2025-05-06T12:32:55.899" v="1317" actId="47"/>
        <pc:sldMkLst>
          <pc:docMk/>
          <pc:sldMk cId="817921280" sldId="270"/>
        </pc:sldMkLst>
      </pc:sldChg>
      <pc:sldChg chg="modSp add mod">
        <pc:chgData name="鉴 倪" userId="3e3dc18e845336b9" providerId="LiveId" clId="{03C575D4-546E-407D-925C-1874C5C377F1}" dt="2025-05-06T12:53:17.336" v="1414" actId="1076"/>
        <pc:sldMkLst>
          <pc:docMk/>
          <pc:sldMk cId="1405448790" sldId="270"/>
        </pc:sldMkLst>
        <pc:spChg chg="mod">
          <ac:chgData name="鉴 倪" userId="3e3dc18e845336b9" providerId="LiveId" clId="{03C575D4-546E-407D-925C-1874C5C377F1}" dt="2025-05-06T12:52:42.487" v="1403" actId="20577"/>
          <ac:spMkLst>
            <pc:docMk/>
            <pc:sldMk cId="1405448790" sldId="270"/>
            <ac:spMk id="3" creationId="{875036C2-E8F3-A2C1-BBD0-84F69CD7B249}"/>
          </ac:spMkLst>
        </pc:spChg>
        <pc:spChg chg="mod">
          <ac:chgData name="鉴 倪" userId="3e3dc18e845336b9" providerId="LiveId" clId="{03C575D4-546E-407D-925C-1874C5C377F1}" dt="2025-05-06T12:50:58.339" v="1383" actId="207"/>
          <ac:spMkLst>
            <pc:docMk/>
            <pc:sldMk cId="1405448790" sldId="270"/>
            <ac:spMk id="5" creationId="{4CB742A0-58EE-06FC-0C29-265351FC1338}"/>
          </ac:spMkLst>
        </pc:spChg>
        <pc:spChg chg="mod">
          <ac:chgData name="鉴 倪" userId="3e3dc18e845336b9" providerId="LiveId" clId="{03C575D4-546E-407D-925C-1874C5C377F1}" dt="2025-05-06T12:52:55.677" v="1407" actId="1076"/>
          <ac:spMkLst>
            <pc:docMk/>
            <pc:sldMk cId="1405448790" sldId="270"/>
            <ac:spMk id="6" creationId="{310D6A15-A68B-10DD-842E-54801B873CEC}"/>
          </ac:spMkLst>
        </pc:spChg>
        <pc:spChg chg="mod">
          <ac:chgData name="鉴 倪" userId="3e3dc18e845336b9" providerId="LiveId" clId="{03C575D4-546E-407D-925C-1874C5C377F1}" dt="2025-05-06T12:51:51.210" v="1398" actId="14100"/>
          <ac:spMkLst>
            <pc:docMk/>
            <pc:sldMk cId="1405448790" sldId="270"/>
            <ac:spMk id="7" creationId="{1DE69869-8D98-D84E-B2FD-183BAF7086DE}"/>
          </ac:spMkLst>
        </pc:spChg>
        <pc:spChg chg="mod">
          <ac:chgData name="鉴 倪" userId="3e3dc18e845336b9" providerId="LiveId" clId="{03C575D4-546E-407D-925C-1874C5C377F1}" dt="2025-05-06T12:52:49.418" v="1405" actId="14100"/>
          <ac:spMkLst>
            <pc:docMk/>
            <pc:sldMk cId="1405448790" sldId="270"/>
            <ac:spMk id="8" creationId="{267B97DF-421D-A550-9E43-11A5C3D5391B}"/>
          </ac:spMkLst>
        </pc:spChg>
        <pc:spChg chg="mod">
          <ac:chgData name="鉴 倪" userId="3e3dc18e845336b9" providerId="LiveId" clId="{03C575D4-546E-407D-925C-1874C5C377F1}" dt="2025-05-06T12:52:51.192" v="1406" actId="1076"/>
          <ac:spMkLst>
            <pc:docMk/>
            <pc:sldMk cId="1405448790" sldId="270"/>
            <ac:spMk id="9" creationId="{DB48A3A0-E92C-49E8-4767-68676715ECD2}"/>
          </ac:spMkLst>
        </pc:spChg>
        <pc:spChg chg="mod">
          <ac:chgData name="鉴 倪" userId="3e3dc18e845336b9" providerId="LiveId" clId="{03C575D4-546E-407D-925C-1874C5C377F1}" dt="2025-05-06T12:53:17.336" v="1414" actId="1076"/>
          <ac:spMkLst>
            <pc:docMk/>
            <pc:sldMk cId="1405448790" sldId="270"/>
            <ac:spMk id="26" creationId="{037D94A0-5162-C9A8-3DA9-764D8C57CD23}"/>
          </ac:spMkLst>
        </pc:spChg>
        <pc:cxnChg chg="mod">
          <ac:chgData name="鉴 倪" userId="3e3dc18e845336b9" providerId="LiveId" clId="{03C575D4-546E-407D-925C-1874C5C377F1}" dt="2025-05-06T12:41:33.142" v="1379" actId="14100"/>
          <ac:cxnSpMkLst>
            <pc:docMk/>
            <pc:sldMk cId="1405448790" sldId="270"/>
            <ac:cxnSpMk id="11" creationId="{07457E08-B058-C91D-E7E6-FD2C6E2B50A4}"/>
          </ac:cxnSpMkLst>
        </pc:cxnChg>
        <pc:cxnChg chg="mod">
          <ac:chgData name="鉴 倪" userId="3e3dc18e845336b9" providerId="LiveId" clId="{03C575D4-546E-407D-925C-1874C5C377F1}" dt="2025-05-06T12:53:15.028" v="1413" actId="1076"/>
          <ac:cxnSpMkLst>
            <pc:docMk/>
            <pc:sldMk cId="1405448790" sldId="270"/>
            <ac:cxnSpMk id="25" creationId="{94E2BD16-8728-AF76-B8D6-23ED4AC04AAF}"/>
          </ac:cxnSpMkLst>
        </pc:cxnChg>
      </pc:sldChg>
      <pc:sldChg chg="addSp delSp modSp add mod">
        <pc:chgData name="鉴 倪" userId="3e3dc18e845336b9" providerId="LiveId" clId="{03C575D4-546E-407D-925C-1874C5C377F1}" dt="2025-05-06T13:34:05.379" v="1963" actId="1076"/>
        <pc:sldMkLst>
          <pc:docMk/>
          <pc:sldMk cId="1177766601" sldId="271"/>
        </pc:sldMkLst>
        <pc:spChg chg="add mod">
          <ac:chgData name="鉴 倪" userId="3e3dc18e845336b9" providerId="LiveId" clId="{03C575D4-546E-407D-925C-1874C5C377F1}" dt="2025-05-06T13:06:59.500" v="1569" actId="14100"/>
          <ac:spMkLst>
            <pc:docMk/>
            <pc:sldMk cId="1177766601" sldId="271"/>
            <ac:spMk id="2" creationId="{F5FFA769-72AA-01D0-579C-E182960E1811}"/>
          </ac:spMkLst>
        </pc:spChg>
        <pc:spChg chg="add mod">
          <ac:chgData name="鉴 倪" userId="3e3dc18e845336b9" providerId="LiveId" clId="{03C575D4-546E-407D-925C-1874C5C377F1}" dt="2025-05-06T13:20:40.881" v="1885" actId="20577"/>
          <ac:spMkLst>
            <pc:docMk/>
            <pc:sldMk cId="1177766601" sldId="271"/>
            <ac:spMk id="3" creationId="{575AB44D-EE31-6023-C647-2452D6B46D3A}"/>
          </ac:spMkLst>
        </pc:spChg>
        <pc:spChg chg="mod">
          <ac:chgData name="鉴 倪" userId="3e3dc18e845336b9" providerId="LiveId" clId="{03C575D4-546E-407D-925C-1874C5C377F1}" dt="2025-05-06T13:02:39.869" v="1421" actId="1076"/>
          <ac:spMkLst>
            <pc:docMk/>
            <pc:sldMk cId="1177766601" sldId="271"/>
            <ac:spMk id="5" creationId="{5654A3A3-247C-C68A-C7AC-8AD6F88F4113}"/>
          </ac:spMkLst>
        </pc:spChg>
        <pc:spChg chg="add mod">
          <ac:chgData name="鉴 倪" userId="3e3dc18e845336b9" providerId="LiveId" clId="{03C575D4-546E-407D-925C-1874C5C377F1}" dt="2025-05-06T13:20:26.747" v="1869" actId="20577"/>
          <ac:spMkLst>
            <pc:docMk/>
            <pc:sldMk cId="1177766601" sldId="271"/>
            <ac:spMk id="14" creationId="{454A6D40-D047-0770-9AD9-1A1FFE1344F1}"/>
          </ac:spMkLst>
        </pc:spChg>
        <pc:spChg chg="add mod">
          <ac:chgData name="鉴 倪" userId="3e3dc18e845336b9" providerId="LiveId" clId="{03C575D4-546E-407D-925C-1874C5C377F1}" dt="2025-05-06T13:08:37.001" v="1644" actId="20577"/>
          <ac:spMkLst>
            <pc:docMk/>
            <pc:sldMk cId="1177766601" sldId="271"/>
            <ac:spMk id="15" creationId="{36D456C6-01F0-5FF6-7E3B-5ACE7AA45583}"/>
          </ac:spMkLst>
        </pc:spChg>
        <pc:spChg chg="add mod">
          <ac:chgData name="鉴 倪" userId="3e3dc18e845336b9" providerId="LiveId" clId="{03C575D4-546E-407D-925C-1874C5C377F1}" dt="2025-05-06T13:26:42.914" v="1890" actId="207"/>
          <ac:spMkLst>
            <pc:docMk/>
            <pc:sldMk cId="1177766601" sldId="271"/>
            <ac:spMk id="17" creationId="{734DC88D-CA30-DF8A-B376-3DA1AA83553F}"/>
          </ac:spMkLst>
        </pc:spChg>
        <pc:spChg chg="add mod">
          <ac:chgData name="鉴 倪" userId="3e3dc18e845336b9" providerId="LiveId" clId="{03C575D4-546E-407D-925C-1874C5C377F1}" dt="2025-05-06T13:34:05.379" v="1963" actId="1076"/>
          <ac:spMkLst>
            <pc:docMk/>
            <pc:sldMk cId="1177766601" sldId="271"/>
            <ac:spMk id="33" creationId="{F1373FD1-2FFF-A468-5B0B-936F98DCDBD8}"/>
          </ac:spMkLst>
        </pc:spChg>
        <pc:spChg chg="add mod">
          <ac:chgData name="鉴 倪" userId="3e3dc18e845336b9" providerId="LiveId" clId="{03C575D4-546E-407D-925C-1874C5C377F1}" dt="2025-05-06T13:14:40.227" v="1828" actId="1076"/>
          <ac:spMkLst>
            <pc:docMk/>
            <pc:sldMk cId="1177766601" sldId="271"/>
            <ac:spMk id="34" creationId="{1366D92E-FE7E-48B8-4008-BB6DBD3CCA4E}"/>
          </ac:spMkLst>
        </pc:spChg>
        <pc:cxnChg chg="add mod">
          <ac:chgData name="鉴 倪" userId="3e3dc18e845336b9" providerId="LiveId" clId="{03C575D4-546E-407D-925C-1874C5C377F1}" dt="2025-05-06T13:20:46.677" v="1887" actId="14100"/>
          <ac:cxnSpMkLst>
            <pc:docMk/>
            <pc:sldMk cId="1177766601" sldId="271"/>
            <ac:cxnSpMk id="19" creationId="{9E8A3FDE-88EB-D5F0-70D8-8B37EC89FD55}"/>
          </ac:cxnSpMkLst>
        </pc:cxnChg>
      </pc:sldChg>
      <pc:sldChg chg="modSp add mod">
        <pc:chgData name="鉴 倪" userId="3e3dc18e845336b9" providerId="LiveId" clId="{03C575D4-546E-407D-925C-1874C5C377F1}" dt="2025-05-06T13:36:31.971" v="2026" actId="1076"/>
        <pc:sldMkLst>
          <pc:docMk/>
          <pc:sldMk cId="1161477748" sldId="272"/>
        </pc:sldMkLst>
        <pc:spChg chg="mod">
          <ac:chgData name="鉴 倪" userId="3e3dc18e845336b9" providerId="LiveId" clId="{03C575D4-546E-407D-925C-1874C5C377F1}" dt="2025-05-06T13:35:13.208" v="2006" actId="1076"/>
          <ac:spMkLst>
            <pc:docMk/>
            <pc:sldMk cId="1161477748" sldId="272"/>
            <ac:spMk id="3" creationId="{C96AE400-7E78-5B8A-D94D-3FDC3D81F7F8}"/>
          </ac:spMkLst>
        </pc:spChg>
        <pc:spChg chg="mod">
          <ac:chgData name="鉴 倪" userId="3e3dc18e845336b9" providerId="LiveId" clId="{03C575D4-546E-407D-925C-1874C5C377F1}" dt="2025-05-06T13:31:28.433" v="1892"/>
          <ac:spMkLst>
            <pc:docMk/>
            <pc:sldMk cId="1161477748" sldId="272"/>
            <ac:spMk id="5" creationId="{B942CED5-E46A-F3BE-D55D-429732430825}"/>
          </ac:spMkLst>
        </pc:spChg>
        <pc:spChg chg="mod">
          <ac:chgData name="鉴 倪" userId="3e3dc18e845336b9" providerId="LiveId" clId="{03C575D4-546E-407D-925C-1874C5C377F1}" dt="2025-05-06T13:35:26.172" v="2010" actId="207"/>
          <ac:spMkLst>
            <pc:docMk/>
            <pc:sldMk cId="1161477748" sldId="272"/>
            <ac:spMk id="14" creationId="{A0321FF7-0657-D047-9810-3A9082ACD785}"/>
          </ac:spMkLst>
        </pc:spChg>
        <pc:spChg chg="mod">
          <ac:chgData name="鉴 倪" userId="3e3dc18e845336b9" providerId="LiveId" clId="{03C575D4-546E-407D-925C-1874C5C377F1}" dt="2025-05-06T13:36:13.416" v="2025" actId="1076"/>
          <ac:spMkLst>
            <pc:docMk/>
            <pc:sldMk cId="1161477748" sldId="272"/>
            <ac:spMk id="17" creationId="{BF24C747-3145-3577-54F0-8484ECF98F03}"/>
          </ac:spMkLst>
        </pc:spChg>
        <pc:spChg chg="mod">
          <ac:chgData name="鉴 倪" userId="3e3dc18e845336b9" providerId="LiveId" clId="{03C575D4-546E-407D-925C-1874C5C377F1}" dt="2025-05-06T13:36:31.971" v="2026" actId="1076"/>
          <ac:spMkLst>
            <pc:docMk/>
            <pc:sldMk cId="1161477748" sldId="272"/>
            <ac:spMk id="33" creationId="{89EB026A-682C-B9DB-EB07-1635C3E25374}"/>
          </ac:spMkLst>
        </pc:spChg>
        <pc:spChg chg="mod">
          <ac:chgData name="鉴 倪" userId="3e3dc18e845336b9" providerId="LiveId" clId="{03C575D4-546E-407D-925C-1874C5C377F1}" dt="2025-05-06T13:35:43.036" v="2017" actId="20577"/>
          <ac:spMkLst>
            <pc:docMk/>
            <pc:sldMk cId="1161477748" sldId="272"/>
            <ac:spMk id="34" creationId="{4952C8E9-E4BD-27AD-EC4E-1A3682B531FB}"/>
          </ac:spMkLst>
        </pc:spChg>
        <pc:cxnChg chg="mod">
          <ac:chgData name="鉴 倪" userId="3e3dc18e845336b9" providerId="LiveId" clId="{03C575D4-546E-407D-925C-1874C5C377F1}" dt="2025-05-06T13:35:33.656" v="2013" actId="14100"/>
          <ac:cxnSpMkLst>
            <pc:docMk/>
            <pc:sldMk cId="1161477748" sldId="272"/>
            <ac:cxnSpMk id="19" creationId="{5873CDF0-2790-B956-3A36-7BDB3C7E7443}"/>
          </ac:cxnSpMkLst>
        </pc:cxnChg>
      </pc:sldChg>
      <pc:sldChg chg="addSp delSp modSp add mod">
        <pc:chgData name="鉴 倪" userId="3e3dc18e845336b9" providerId="LiveId" clId="{03C575D4-546E-407D-925C-1874C5C377F1}" dt="2025-05-21T07:13:52.451" v="2161" actId="22"/>
        <pc:sldMkLst>
          <pc:docMk/>
          <pc:sldMk cId="1718007303" sldId="273"/>
        </pc:sldMkLst>
        <pc:spChg chg="mod">
          <ac:chgData name="鉴 倪" userId="3e3dc18e845336b9" providerId="LiveId" clId="{03C575D4-546E-407D-925C-1874C5C377F1}" dt="2025-05-06T13:40:24.909" v="2030"/>
          <ac:spMkLst>
            <pc:docMk/>
            <pc:sldMk cId="1718007303" sldId="273"/>
            <ac:spMk id="5" creationId="{3BCF1D98-7398-2B50-50F6-E2A3F1E978BD}"/>
          </ac:spMkLst>
        </pc:spChg>
        <pc:spChg chg="mod">
          <ac:chgData name="鉴 倪" userId="3e3dc18e845336b9" providerId="LiveId" clId="{03C575D4-546E-407D-925C-1874C5C377F1}" dt="2025-05-06T13:43:19.614" v="2132" actId="207"/>
          <ac:spMkLst>
            <pc:docMk/>
            <pc:sldMk cId="1718007303" sldId="273"/>
            <ac:spMk id="14" creationId="{99422FF9-3D3C-1F1C-E573-0E5C54F929EC}"/>
          </ac:spMkLst>
        </pc:spChg>
        <pc:spChg chg="mod">
          <ac:chgData name="鉴 倪" userId="3e3dc18e845336b9" providerId="LiveId" clId="{03C575D4-546E-407D-925C-1874C5C377F1}" dt="2025-05-06T13:46:18.353" v="2159" actId="207"/>
          <ac:spMkLst>
            <pc:docMk/>
            <pc:sldMk cId="1718007303" sldId="273"/>
            <ac:spMk id="17" creationId="{F658181D-1310-58E9-6E34-12024C8874AF}"/>
          </ac:spMkLst>
        </pc:spChg>
        <pc:spChg chg="mod">
          <ac:chgData name="鉴 倪" userId="3e3dc18e845336b9" providerId="LiveId" clId="{03C575D4-546E-407D-925C-1874C5C377F1}" dt="2025-05-06T13:44:48.433" v="2148" actId="1076"/>
          <ac:spMkLst>
            <pc:docMk/>
            <pc:sldMk cId="1718007303" sldId="273"/>
            <ac:spMk id="33" creationId="{BF9A368B-8343-0D1E-0291-92B2A3C06B41}"/>
          </ac:spMkLst>
        </pc:spChg>
        <pc:spChg chg="mod">
          <ac:chgData name="鉴 倪" userId="3e3dc18e845336b9" providerId="LiveId" clId="{03C575D4-546E-407D-925C-1874C5C377F1}" dt="2025-05-06T13:43:40.566" v="2137" actId="1076"/>
          <ac:spMkLst>
            <pc:docMk/>
            <pc:sldMk cId="1718007303" sldId="273"/>
            <ac:spMk id="34" creationId="{AE70B787-3530-E790-894C-2547ADA3557F}"/>
          </ac:spMkLst>
        </pc:spChg>
        <pc:cxnChg chg="mod">
          <ac:chgData name="鉴 倪" userId="3e3dc18e845336b9" providerId="LiveId" clId="{03C575D4-546E-407D-925C-1874C5C377F1}" dt="2025-05-06T13:43:30.551" v="2135" actId="14100"/>
          <ac:cxnSpMkLst>
            <pc:docMk/>
            <pc:sldMk cId="1718007303" sldId="273"/>
            <ac:cxnSpMk id="19" creationId="{724E3D67-994F-9460-6A0E-96BE7ABAC0A1}"/>
          </ac:cxnSpMkLst>
        </pc:cxnChg>
      </pc:sldChg>
      <pc:sldChg chg="addSp delSp modSp new mod">
        <pc:chgData name="鉴 倪" userId="3e3dc18e845336b9" providerId="LiveId" clId="{03C575D4-546E-407D-925C-1874C5C377F1}" dt="2025-05-24T02:01:09.989" v="2357" actId="1076"/>
        <pc:sldMkLst>
          <pc:docMk/>
          <pc:sldMk cId="1687600657" sldId="274"/>
        </pc:sldMkLst>
        <pc:spChg chg="add mod">
          <ac:chgData name="鉴 倪" userId="3e3dc18e845336b9" providerId="LiveId" clId="{03C575D4-546E-407D-925C-1874C5C377F1}" dt="2025-05-24T02:00:12.374" v="2322" actId="164"/>
          <ac:spMkLst>
            <pc:docMk/>
            <pc:sldMk cId="1687600657" sldId="274"/>
            <ac:spMk id="12" creationId="{E645DB44-0829-A88B-EF46-F151A7F54FEB}"/>
          </ac:spMkLst>
        </pc:spChg>
        <pc:spChg chg="add mod">
          <ac:chgData name="鉴 倪" userId="3e3dc18e845336b9" providerId="LiveId" clId="{03C575D4-546E-407D-925C-1874C5C377F1}" dt="2025-05-24T02:00:19.792" v="2323" actId="164"/>
          <ac:spMkLst>
            <pc:docMk/>
            <pc:sldMk cId="1687600657" sldId="274"/>
            <ac:spMk id="13" creationId="{66C4A665-543C-1432-A4D8-D0E05982CAA2}"/>
          </ac:spMkLst>
        </pc:spChg>
        <pc:spChg chg="add mod">
          <ac:chgData name="鉴 倪" userId="3e3dc18e845336b9" providerId="LiveId" clId="{03C575D4-546E-407D-925C-1874C5C377F1}" dt="2025-05-24T02:00:28.403" v="2327" actId="164"/>
          <ac:spMkLst>
            <pc:docMk/>
            <pc:sldMk cId="1687600657" sldId="274"/>
            <ac:spMk id="14" creationId="{7DF73188-A846-B185-2412-1F0F5CE05540}"/>
          </ac:spMkLst>
        </pc:spChg>
        <pc:spChg chg="add mod">
          <ac:chgData name="鉴 倪" userId="3e3dc18e845336b9" providerId="LiveId" clId="{03C575D4-546E-407D-925C-1874C5C377F1}" dt="2025-05-24T02:00:12.374" v="2322" actId="164"/>
          <ac:spMkLst>
            <pc:docMk/>
            <pc:sldMk cId="1687600657" sldId="274"/>
            <ac:spMk id="15" creationId="{B5D63660-6E40-BE69-0995-2B3D0B385043}"/>
          </ac:spMkLst>
        </pc:spChg>
        <pc:spChg chg="add mod">
          <ac:chgData name="鉴 倪" userId="3e3dc18e845336b9" providerId="LiveId" clId="{03C575D4-546E-407D-925C-1874C5C377F1}" dt="2025-05-24T02:00:43.040" v="2350" actId="20577"/>
          <ac:spMkLst>
            <pc:docMk/>
            <pc:sldMk cId="1687600657" sldId="274"/>
            <ac:spMk id="16" creationId="{1EF44040-B2D7-8DFB-6E35-52E61508F672}"/>
          </ac:spMkLst>
        </pc:spChg>
        <pc:spChg chg="add mod">
          <ac:chgData name="鉴 倪" userId="3e3dc18e845336b9" providerId="LiveId" clId="{03C575D4-546E-407D-925C-1874C5C377F1}" dt="2025-05-24T02:00:28.403" v="2327" actId="164"/>
          <ac:spMkLst>
            <pc:docMk/>
            <pc:sldMk cId="1687600657" sldId="274"/>
            <ac:spMk id="17" creationId="{BFD26095-7721-6909-9849-F1AC544D3C1D}"/>
          </ac:spMkLst>
        </pc:spChg>
        <pc:grpChg chg="add mod">
          <ac:chgData name="鉴 倪" userId="3e3dc18e845336b9" providerId="LiveId" clId="{03C575D4-546E-407D-925C-1874C5C377F1}" dt="2025-05-24T02:00:54.143" v="2353" actId="14100"/>
          <ac:grpSpMkLst>
            <pc:docMk/>
            <pc:sldMk cId="1687600657" sldId="274"/>
            <ac:grpSpMk id="2" creationId="{B235CF96-0154-E0F2-1052-012CD2A8C6AE}"/>
          </ac:grpSpMkLst>
        </pc:grpChg>
        <pc:grpChg chg="add mod">
          <ac:chgData name="鉴 倪" userId="3e3dc18e845336b9" providerId="LiveId" clId="{03C575D4-546E-407D-925C-1874C5C377F1}" dt="2025-05-24T02:00:33.304" v="2330" actId="14100"/>
          <ac:grpSpMkLst>
            <pc:docMk/>
            <pc:sldMk cId="1687600657" sldId="274"/>
            <ac:grpSpMk id="3" creationId="{27CD67B6-C4C0-D2FC-9C9E-51A83C9E5953}"/>
          </ac:grpSpMkLst>
        </pc:grpChg>
        <pc:grpChg chg="add mod">
          <ac:chgData name="鉴 倪" userId="3e3dc18e845336b9" providerId="LiveId" clId="{03C575D4-546E-407D-925C-1874C5C377F1}" dt="2025-05-24T02:01:09.989" v="2357" actId="1076"/>
          <ac:grpSpMkLst>
            <pc:docMk/>
            <pc:sldMk cId="1687600657" sldId="274"/>
            <ac:grpSpMk id="4" creationId="{3E73BD5A-A5D7-7AC7-5350-EB39FA4AFC95}"/>
          </ac:grpSpMkLst>
        </pc:grpChg>
        <pc:picChg chg="add mod">
          <ac:chgData name="鉴 倪" userId="3e3dc18e845336b9" providerId="LiveId" clId="{03C575D4-546E-407D-925C-1874C5C377F1}" dt="2025-05-24T02:00:12.374" v="2322" actId="164"/>
          <ac:picMkLst>
            <pc:docMk/>
            <pc:sldMk cId="1687600657" sldId="274"/>
            <ac:picMk id="6" creationId="{32B6D07E-37BB-0B74-DF40-459F564BF6B3}"/>
          </ac:picMkLst>
        </pc:picChg>
        <pc:picChg chg="add mod">
          <ac:chgData name="鉴 倪" userId="3e3dc18e845336b9" providerId="LiveId" clId="{03C575D4-546E-407D-925C-1874C5C377F1}" dt="2025-05-24T02:00:19.792" v="2323" actId="164"/>
          <ac:picMkLst>
            <pc:docMk/>
            <pc:sldMk cId="1687600657" sldId="274"/>
            <ac:picMk id="8" creationId="{1F81FA76-A68A-54DA-9F12-16ED5F8F1C00}"/>
          </ac:picMkLst>
        </pc:picChg>
        <pc:picChg chg="add mod">
          <ac:chgData name="鉴 倪" userId="3e3dc18e845336b9" providerId="LiveId" clId="{03C575D4-546E-407D-925C-1874C5C377F1}" dt="2025-05-24T02:00:28.403" v="2327" actId="164"/>
          <ac:picMkLst>
            <pc:docMk/>
            <pc:sldMk cId="1687600657" sldId="274"/>
            <ac:picMk id="10" creationId="{434958F0-17AF-65ED-5130-EEF3330A6636}"/>
          </ac:picMkLst>
        </pc:picChg>
      </pc:sldChg>
      <pc:sldChg chg="addSp delSp modSp add mod">
        <pc:chgData name="鉴 倪" userId="3e3dc18e845336b9" providerId="LiveId" clId="{03C575D4-546E-407D-925C-1874C5C377F1}" dt="2025-05-24T09:31:01.496" v="2681" actId="1076"/>
        <pc:sldMkLst>
          <pc:docMk/>
          <pc:sldMk cId="2679137549" sldId="275"/>
        </pc:sldMkLst>
        <pc:spChg chg="add mod">
          <ac:chgData name="鉴 倪" userId="3e3dc18e845336b9" providerId="LiveId" clId="{03C575D4-546E-407D-925C-1874C5C377F1}" dt="2025-05-24T09:29:55.873" v="2668" actId="948"/>
          <ac:spMkLst>
            <pc:docMk/>
            <pc:sldMk cId="2679137549" sldId="275"/>
            <ac:spMk id="5" creationId="{9E2DF989-6991-2D26-A418-4CD355E3702F}"/>
          </ac:spMkLst>
        </pc:spChg>
        <pc:spChg chg="add mod">
          <ac:chgData name="鉴 倪" userId="3e3dc18e845336b9" providerId="LiveId" clId="{03C575D4-546E-407D-925C-1874C5C377F1}" dt="2025-05-24T09:30:10.340" v="2669" actId="948"/>
          <ac:spMkLst>
            <pc:docMk/>
            <pc:sldMk cId="2679137549" sldId="275"/>
            <ac:spMk id="7" creationId="{DB4876CA-E540-C0B5-FFF9-4F073ABC514C}"/>
          </ac:spMkLst>
        </pc:spChg>
        <pc:spChg chg="add mod">
          <ac:chgData name="鉴 倪" userId="3e3dc18e845336b9" providerId="LiveId" clId="{03C575D4-546E-407D-925C-1874C5C377F1}" dt="2025-05-24T09:30:22.514" v="2672" actId="164"/>
          <ac:spMkLst>
            <pc:docMk/>
            <pc:sldMk cId="2679137549" sldId="275"/>
            <ac:spMk id="9" creationId="{B2D8037E-0021-BE45-2031-A8434FDE15F1}"/>
          </ac:spMkLst>
        </pc:spChg>
        <pc:spChg chg="add mod">
          <ac:chgData name="鉴 倪" userId="3e3dc18e845336b9" providerId="LiveId" clId="{03C575D4-546E-407D-925C-1874C5C377F1}" dt="2025-05-24T09:30:22.514" v="2672" actId="164"/>
          <ac:spMkLst>
            <pc:docMk/>
            <pc:sldMk cId="2679137549" sldId="275"/>
            <ac:spMk id="11" creationId="{F6D8C660-5765-0680-9A9D-FBD7BF534419}"/>
          </ac:spMkLst>
        </pc:spChg>
        <pc:spChg chg="add mod">
          <ac:chgData name="鉴 倪" userId="3e3dc18e845336b9" providerId="LiveId" clId="{03C575D4-546E-407D-925C-1874C5C377F1}" dt="2025-05-24T09:30:17.074" v="2671" actId="1076"/>
          <ac:spMkLst>
            <pc:docMk/>
            <pc:sldMk cId="2679137549" sldId="275"/>
            <ac:spMk id="18" creationId="{3D6ACFAD-6E29-836A-1B8D-547BC70B84E7}"/>
          </ac:spMkLst>
        </pc:spChg>
        <pc:spChg chg="add mod">
          <ac:chgData name="鉴 倪" userId="3e3dc18e845336b9" providerId="LiveId" clId="{03C575D4-546E-407D-925C-1874C5C377F1}" dt="2025-05-24T09:30:46.691" v="2678" actId="1076"/>
          <ac:spMkLst>
            <pc:docMk/>
            <pc:sldMk cId="2679137549" sldId="275"/>
            <ac:spMk id="21" creationId="{353753DB-1A08-963B-F2BE-330D51B87478}"/>
          </ac:spMkLst>
        </pc:spChg>
        <pc:spChg chg="add mod">
          <ac:chgData name="鉴 倪" userId="3e3dc18e845336b9" providerId="LiveId" clId="{03C575D4-546E-407D-925C-1874C5C377F1}" dt="2025-05-24T09:30:22.514" v="2672" actId="164"/>
          <ac:spMkLst>
            <pc:docMk/>
            <pc:sldMk cId="2679137549" sldId="275"/>
            <ac:spMk id="22" creationId="{D947A97A-730E-5E74-F51A-C4667E603B11}"/>
          </ac:spMkLst>
        </pc:spChg>
        <pc:spChg chg="add mod">
          <ac:chgData name="鉴 倪" userId="3e3dc18e845336b9" providerId="LiveId" clId="{03C575D4-546E-407D-925C-1874C5C377F1}" dt="2025-05-24T09:31:01.496" v="2681" actId="1076"/>
          <ac:spMkLst>
            <pc:docMk/>
            <pc:sldMk cId="2679137549" sldId="275"/>
            <ac:spMk id="23" creationId="{9B3FC845-55F7-C6F1-F300-1F0C70349207}"/>
          </ac:spMkLst>
        </pc:spChg>
        <pc:spChg chg="add mod">
          <ac:chgData name="鉴 倪" userId="3e3dc18e845336b9" providerId="LiveId" clId="{03C575D4-546E-407D-925C-1874C5C377F1}" dt="2025-05-24T09:30:35.037" v="2675" actId="1076"/>
          <ac:spMkLst>
            <pc:docMk/>
            <pc:sldMk cId="2679137549" sldId="275"/>
            <ac:spMk id="24" creationId="{F5D37DA5-A5B6-0E64-F09C-41276BA0FE6F}"/>
          </ac:spMkLst>
        </pc:spChg>
        <pc:grpChg chg="add mod">
          <ac:chgData name="鉴 倪" userId="3e3dc18e845336b9" providerId="LiveId" clId="{03C575D4-546E-407D-925C-1874C5C377F1}" dt="2025-05-24T09:30:27.092" v="2673" actId="1076"/>
          <ac:grpSpMkLst>
            <pc:docMk/>
            <pc:sldMk cId="2679137549" sldId="275"/>
            <ac:grpSpMk id="26" creationId="{BF9A5140-D319-2D43-13D7-179225EB16FA}"/>
          </ac:grpSpMkLst>
        </pc:grpChg>
        <pc:cxnChg chg="add mod">
          <ac:chgData name="鉴 倪" userId="3e3dc18e845336b9" providerId="LiveId" clId="{03C575D4-546E-407D-925C-1874C5C377F1}" dt="2025-05-24T09:30:53.698" v="2680" actId="14100"/>
          <ac:cxnSpMkLst>
            <pc:docMk/>
            <pc:sldMk cId="2679137549" sldId="275"/>
            <ac:cxnSpMk id="19" creationId="{41F6165C-D53D-7461-4824-1D07FAE66BDB}"/>
          </ac:cxnSpMkLst>
        </pc:cxnChg>
        <pc:cxnChg chg="add mod">
          <ac:chgData name="鉴 倪" userId="3e3dc18e845336b9" providerId="LiveId" clId="{03C575D4-546E-407D-925C-1874C5C377F1}" dt="2025-05-24T09:30:44.370" v="2677" actId="1076"/>
          <ac:cxnSpMkLst>
            <pc:docMk/>
            <pc:sldMk cId="2679137549" sldId="275"/>
            <ac:cxnSpMk id="20" creationId="{6084526F-49D0-9ADA-49C7-45C42FC8A31F}"/>
          </ac:cxnSpMkLst>
        </pc:cxnChg>
      </pc:sldChg>
      <pc:sldChg chg="addSp delSp modSp add mod">
        <pc:chgData name="鉴 倪" userId="3e3dc18e845336b9" providerId="LiveId" clId="{03C575D4-546E-407D-925C-1874C5C377F1}" dt="2025-05-24T09:42:19.183" v="2820" actId="1076"/>
        <pc:sldMkLst>
          <pc:docMk/>
          <pc:sldMk cId="1693222175" sldId="276"/>
        </pc:sldMkLst>
        <pc:spChg chg="add mod">
          <ac:chgData name="鉴 倪" userId="3e3dc18e845336b9" providerId="LiveId" clId="{03C575D4-546E-407D-925C-1874C5C377F1}" dt="2025-05-24T09:34:54.957" v="2758" actId="207"/>
          <ac:spMkLst>
            <pc:docMk/>
            <pc:sldMk cId="1693222175" sldId="276"/>
            <ac:spMk id="2" creationId="{89E82D42-F1A6-2378-E475-2E483C9E2121}"/>
          </ac:spMkLst>
        </pc:spChg>
        <pc:spChg chg="add mod">
          <ac:chgData name="鉴 倪" userId="3e3dc18e845336b9" providerId="LiveId" clId="{03C575D4-546E-407D-925C-1874C5C377F1}" dt="2025-05-24T09:42:09.828" v="2817" actId="20577"/>
          <ac:spMkLst>
            <pc:docMk/>
            <pc:sldMk cId="1693222175" sldId="276"/>
            <ac:spMk id="3" creationId="{8F637BEA-41F6-2AFF-7E82-8D5D792B66EE}"/>
          </ac:spMkLst>
        </pc:spChg>
        <pc:spChg chg="add mod">
          <ac:chgData name="鉴 倪" userId="3e3dc18e845336b9" providerId="LiveId" clId="{03C575D4-546E-407D-925C-1874C5C377F1}" dt="2025-05-24T09:32:58.076" v="2712" actId="14100"/>
          <ac:spMkLst>
            <pc:docMk/>
            <pc:sldMk cId="1693222175" sldId="276"/>
            <ac:spMk id="4" creationId="{D58F941A-4E26-6571-7480-4BBAE81E4C9B}"/>
          </ac:spMkLst>
        </pc:spChg>
        <pc:spChg chg="add mod">
          <ac:chgData name="鉴 倪" userId="3e3dc18e845336b9" providerId="LiveId" clId="{03C575D4-546E-407D-925C-1874C5C377F1}" dt="2025-05-24T09:34:36.135" v="2753" actId="1076"/>
          <ac:spMkLst>
            <pc:docMk/>
            <pc:sldMk cId="1693222175" sldId="276"/>
            <ac:spMk id="6" creationId="{3877C787-DB33-F0A1-861B-038BEF50EDA8}"/>
          </ac:spMkLst>
        </pc:spChg>
        <pc:spChg chg="add mod">
          <ac:chgData name="鉴 倪" userId="3e3dc18e845336b9" providerId="LiveId" clId="{03C575D4-546E-407D-925C-1874C5C377F1}" dt="2025-05-24T09:34:29.614" v="2750" actId="14100"/>
          <ac:spMkLst>
            <pc:docMk/>
            <pc:sldMk cId="1693222175" sldId="276"/>
            <ac:spMk id="8" creationId="{C56A0B0A-337E-913B-DBE8-903710412B4F}"/>
          </ac:spMkLst>
        </pc:spChg>
        <pc:spChg chg="add mod">
          <ac:chgData name="鉴 倪" userId="3e3dc18e845336b9" providerId="LiveId" clId="{03C575D4-546E-407D-925C-1874C5C377F1}" dt="2025-05-24T09:42:14.536" v="2819" actId="1076"/>
          <ac:spMkLst>
            <pc:docMk/>
            <pc:sldMk cId="1693222175" sldId="276"/>
            <ac:spMk id="13" creationId="{D0884C24-B66E-12AB-65CD-A057560A0ABC}"/>
          </ac:spMkLst>
        </pc:spChg>
        <pc:spChg chg="add mod">
          <ac:chgData name="鉴 倪" userId="3e3dc18e845336b9" providerId="LiveId" clId="{03C575D4-546E-407D-925C-1874C5C377F1}" dt="2025-05-24T09:33:01.866" v="2713" actId="1076"/>
          <ac:spMkLst>
            <pc:docMk/>
            <pc:sldMk cId="1693222175" sldId="276"/>
            <ac:spMk id="14" creationId="{B194052F-C1B4-60B3-7526-BE69AA85FF2A}"/>
          </ac:spMkLst>
        </pc:spChg>
        <pc:spChg chg="add mod">
          <ac:chgData name="鉴 倪" userId="3e3dc18e845336b9" providerId="LiveId" clId="{03C575D4-546E-407D-925C-1874C5C377F1}" dt="2025-05-24T09:42:19.183" v="2820" actId="1076"/>
          <ac:spMkLst>
            <pc:docMk/>
            <pc:sldMk cId="1693222175" sldId="276"/>
            <ac:spMk id="15" creationId="{9059CB23-5D66-81AF-BDA9-67C1191E1522}"/>
          </ac:spMkLst>
        </pc:spChg>
        <pc:spChg chg="add mod">
          <ac:chgData name="鉴 倪" userId="3e3dc18e845336b9" providerId="LiveId" clId="{03C575D4-546E-407D-925C-1874C5C377F1}" dt="2025-05-24T09:42:12.721" v="2818" actId="14100"/>
          <ac:spMkLst>
            <pc:docMk/>
            <pc:sldMk cId="1693222175" sldId="276"/>
            <ac:spMk id="16" creationId="{06F90893-49EB-AF08-287D-44880A6644F2}"/>
          </ac:spMkLst>
        </pc:spChg>
        <pc:cxnChg chg="add mod">
          <ac:chgData name="鉴 倪" userId="3e3dc18e845336b9" providerId="LiveId" clId="{03C575D4-546E-407D-925C-1874C5C377F1}" dt="2025-05-24T09:35:07.727" v="2760" actId="14100"/>
          <ac:cxnSpMkLst>
            <pc:docMk/>
            <pc:sldMk cId="1693222175" sldId="276"/>
            <ac:cxnSpMk id="10" creationId="{67193A0F-2C7C-E0D6-14B7-416459D8F9AE}"/>
          </ac:cxnSpMkLst>
        </pc:cxnChg>
        <pc:cxnChg chg="add mod">
          <ac:chgData name="鉴 倪" userId="3e3dc18e845336b9" providerId="LiveId" clId="{03C575D4-546E-407D-925C-1874C5C377F1}" dt="2025-05-24T09:35:12.161" v="2761" actId="14100"/>
          <ac:cxnSpMkLst>
            <pc:docMk/>
            <pc:sldMk cId="1693222175" sldId="276"/>
            <ac:cxnSpMk id="12" creationId="{CC59B8E6-0D66-5724-E122-5522A2EA7547}"/>
          </ac:cxnSpMkLst>
        </pc:cxnChg>
      </pc:sldChg>
      <pc:sldChg chg="addSp delSp modSp add mod">
        <pc:chgData name="鉴 倪" userId="3e3dc18e845336b9" providerId="LiveId" clId="{03C575D4-546E-407D-925C-1874C5C377F1}" dt="2025-05-24T09:43:32.228" v="2827" actId="14100"/>
        <pc:sldMkLst>
          <pc:docMk/>
          <pc:sldMk cId="2658725794" sldId="277"/>
        </pc:sldMkLst>
        <pc:spChg chg="add mod">
          <ac:chgData name="鉴 倪" userId="3e3dc18e845336b9" providerId="LiveId" clId="{03C575D4-546E-407D-925C-1874C5C377F1}" dt="2025-05-24T09:43:09.483" v="2822" actId="20577"/>
          <ac:spMkLst>
            <pc:docMk/>
            <pc:sldMk cId="2658725794" sldId="277"/>
            <ac:spMk id="2" creationId="{EC2C5C90-BE15-D46E-1A2F-265BBE2929CE}"/>
          </ac:spMkLst>
        </pc:spChg>
        <pc:spChg chg="add mod">
          <ac:chgData name="鉴 倪" userId="3e3dc18e845336b9" providerId="LiveId" clId="{03C575D4-546E-407D-925C-1874C5C377F1}" dt="2025-05-24T09:43:25.057" v="2824" actId="1076"/>
          <ac:spMkLst>
            <pc:docMk/>
            <pc:sldMk cId="2658725794" sldId="277"/>
            <ac:spMk id="3" creationId="{C9A9F752-0CC3-C981-E9A5-86D32BD42C5D}"/>
          </ac:spMkLst>
        </pc:spChg>
        <pc:spChg chg="add mod">
          <ac:chgData name="鉴 倪" userId="3e3dc18e845336b9" providerId="LiveId" clId="{03C575D4-546E-407D-925C-1874C5C377F1}" dt="2025-05-24T09:43:08.293" v="2821" actId="1076"/>
          <ac:spMkLst>
            <pc:docMk/>
            <pc:sldMk cId="2658725794" sldId="277"/>
            <ac:spMk id="4" creationId="{512EDB30-13A7-64BF-7BFA-8CF77D1CEB51}"/>
          </ac:spMkLst>
        </pc:spChg>
        <pc:spChg chg="add mod">
          <ac:chgData name="鉴 倪" userId="3e3dc18e845336b9" providerId="LiveId" clId="{03C575D4-546E-407D-925C-1874C5C377F1}" dt="2025-05-24T09:36:24.751" v="2769"/>
          <ac:spMkLst>
            <pc:docMk/>
            <pc:sldMk cId="2658725794" sldId="277"/>
            <ac:spMk id="6" creationId="{ACE26FE4-6A0A-402E-2B52-9151C87F2221}"/>
          </ac:spMkLst>
        </pc:spChg>
        <pc:spChg chg="add mod">
          <ac:chgData name="鉴 倪" userId="3e3dc18e845336b9" providerId="LiveId" clId="{03C575D4-546E-407D-925C-1874C5C377F1}" dt="2025-05-24T09:36:24.751" v="2769"/>
          <ac:spMkLst>
            <pc:docMk/>
            <pc:sldMk cId="2658725794" sldId="277"/>
            <ac:spMk id="8" creationId="{D4F4A6B5-BE8D-AA76-D780-75222DFBF60A}"/>
          </ac:spMkLst>
        </pc:spChg>
        <pc:spChg chg="add mod">
          <ac:chgData name="鉴 倪" userId="3e3dc18e845336b9" providerId="LiveId" clId="{03C575D4-546E-407D-925C-1874C5C377F1}" dt="2025-05-24T09:36:24.751" v="2769"/>
          <ac:spMkLst>
            <pc:docMk/>
            <pc:sldMk cId="2658725794" sldId="277"/>
            <ac:spMk id="10" creationId="{408AFBC5-0944-5AF6-01A8-AC4DE4E96FC4}"/>
          </ac:spMkLst>
        </pc:spChg>
        <pc:spChg chg="add mod">
          <ac:chgData name="鉴 倪" userId="3e3dc18e845336b9" providerId="LiveId" clId="{03C575D4-546E-407D-925C-1874C5C377F1}" dt="2025-05-24T09:38:19.160" v="2810" actId="113"/>
          <ac:spMkLst>
            <pc:docMk/>
            <pc:sldMk cId="2658725794" sldId="277"/>
            <ac:spMk id="14" creationId="{91181F9B-31C3-D5DA-42D1-082730DF7929}"/>
          </ac:spMkLst>
        </pc:spChg>
        <pc:spChg chg="add mod">
          <ac:chgData name="鉴 倪" userId="3e3dc18e845336b9" providerId="LiveId" clId="{03C575D4-546E-407D-925C-1874C5C377F1}" dt="2025-05-24T09:43:12.906" v="2823" actId="14100"/>
          <ac:spMkLst>
            <pc:docMk/>
            <pc:sldMk cId="2658725794" sldId="277"/>
            <ac:spMk id="15" creationId="{6EF82262-29B1-E841-6EAC-647ED06D9DB7}"/>
          </ac:spMkLst>
        </pc:spChg>
        <pc:spChg chg="add mod">
          <ac:chgData name="鉴 倪" userId="3e3dc18e845336b9" providerId="LiveId" clId="{03C575D4-546E-407D-925C-1874C5C377F1}" dt="2025-05-24T09:38:46.140" v="2816" actId="1076"/>
          <ac:spMkLst>
            <pc:docMk/>
            <pc:sldMk cId="2658725794" sldId="277"/>
            <ac:spMk id="28" creationId="{D4CB9F96-2F3F-76D3-9D86-D023F24E9E7E}"/>
          </ac:spMkLst>
        </pc:spChg>
        <pc:cxnChg chg="add mod">
          <ac:chgData name="鉴 倪" userId="3e3dc18e845336b9" providerId="LiveId" clId="{03C575D4-546E-407D-925C-1874C5C377F1}" dt="2025-05-24T09:43:32.228" v="2827" actId="14100"/>
          <ac:cxnSpMkLst>
            <pc:docMk/>
            <pc:sldMk cId="2658725794" sldId="277"/>
            <ac:cxnSpMk id="12" creationId="{ED6427F2-DD58-EE25-9B48-657299FD0D1C}"/>
          </ac:cxnSpMkLst>
        </pc:cxnChg>
        <pc:cxnChg chg="add mod">
          <ac:chgData name="鉴 倪" userId="3e3dc18e845336b9" providerId="LiveId" clId="{03C575D4-546E-407D-925C-1874C5C377F1}" dt="2025-05-24T09:36:24.751" v="2769"/>
          <ac:cxnSpMkLst>
            <pc:docMk/>
            <pc:sldMk cId="2658725794" sldId="277"/>
            <ac:cxnSpMk id="13" creationId="{6B402784-785D-7B08-3A23-EC8EBEE02316}"/>
          </ac:cxnSpMkLst>
        </pc:cxnChg>
      </pc:sldChg>
      <pc:sldChg chg="addSp modSp add mod">
        <pc:chgData name="鉴 倪" userId="3e3dc18e845336b9" providerId="LiveId" clId="{03C575D4-546E-407D-925C-1874C5C377F1}" dt="2025-05-24T13:08:19.970" v="3021" actId="14100"/>
        <pc:sldMkLst>
          <pc:docMk/>
          <pc:sldMk cId="1430530242" sldId="278"/>
        </pc:sldMkLst>
        <pc:spChg chg="mod">
          <ac:chgData name="鉴 倪" userId="3e3dc18e845336b9" providerId="LiveId" clId="{03C575D4-546E-407D-925C-1874C5C377F1}" dt="2025-05-24T12:54:18.915" v="2831" actId="1076"/>
          <ac:spMkLst>
            <pc:docMk/>
            <pc:sldMk cId="1430530242" sldId="278"/>
            <ac:spMk id="2" creationId="{5823DFC8-1E64-5072-D29C-4F29787AFD0F}"/>
          </ac:spMkLst>
        </pc:spChg>
        <pc:spChg chg="mod">
          <ac:chgData name="鉴 倪" userId="3e3dc18e845336b9" providerId="LiveId" clId="{03C575D4-546E-407D-925C-1874C5C377F1}" dt="2025-05-24T12:57:59.632" v="2906" actId="1076"/>
          <ac:spMkLst>
            <pc:docMk/>
            <pc:sldMk cId="1430530242" sldId="278"/>
            <ac:spMk id="3" creationId="{6DA1A82C-42C4-11FE-55D1-827B84538E87}"/>
          </ac:spMkLst>
        </pc:spChg>
        <pc:spChg chg="mod">
          <ac:chgData name="鉴 倪" userId="3e3dc18e845336b9" providerId="LiveId" clId="{03C575D4-546E-407D-925C-1874C5C377F1}" dt="2025-05-24T12:54:45.876" v="2835" actId="948"/>
          <ac:spMkLst>
            <pc:docMk/>
            <pc:sldMk cId="1430530242" sldId="278"/>
            <ac:spMk id="5" creationId="{F74AEA02-1966-C810-A7D8-1A0671B85F05}"/>
          </ac:spMkLst>
        </pc:spChg>
        <pc:spChg chg="add mod ord">
          <ac:chgData name="鉴 倪" userId="3e3dc18e845336b9" providerId="LiveId" clId="{03C575D4-546E-407D-925C-1874C5C377F1}" dt="2025-05-24T13:03:36.314" v="2977" actId="167"/>
          <ac:spMkLst>
            <pc:docMk/>
            <pc:sldMk cId="1430530242" sldId="278"/>
            <ac:spMk id="13" creationId="{58DC02B8-5700-50CB-04F3-91564982AEF7}"/>
          </ac:spMkLst>
        </pc:spChg>
        <pc:spChg chg="mod">
          <ac:chgData name="鉴 倪" userId="3e3dc18e845336b9" providerId="LiveId" clId="{03C575D4-546E-407D-925C-1874C5C377F1}" dt="2025-05-24T12:58:57.863" v="2917" actId="14100"/>
          <ac:spMkLst>
            <pc:docMk/>
            <pc:sldMk cId="1430530242" sldId="278"/>
            <ac:spMk id="14" creationId="{CE5C4ECB-FFD8-D54A-E4CE-91DD75435B96}"/>
          </ac:spMkLst>
        </pc:spChg>
        <pc:spChg chg="mod">
          <ac:chgData name="鉴 倪" userId="3e3dc18e845336b9" providerId="LiveId" clId="{03C575D4-546E-407D-925C-1874C5C377F1}" dt="2025-05-24T13:02:47.203" v="2972" actId="20577"/>
          <ac:spMkLst>
            <pc:docMk/>
            <pc:sldMk cId="1430530242" sldId="278"/>
            <ac:spMk id="15" creationId="{00345D20-F468-CB28-2F1D-A9ECF2FA2C10}"/>
          </ac:spMkLst>
        </pc:spChg>
        <pc:spChg chg="mod">
          <ac:chgData name="鉴 倪" userId="3e3dc18e845336b9" providerId="LiveId" clId="{03C575D4-546E-407D-925C-1874C5C377F1}" dt="2025-05-24T13:08:10.309" v="3019" actId="255"/>
          <ac:spMkLst>
            <pc:docMk/>
            <pc:sldMk cId="1430530242" sldId="278"/>
            <ac:spMk id="17" creationId="{E7FCEE56-588E-5ABD-4843-B3306ED49E12}"/>
          </ac:spMkLst>
        </pc:spChg>
        <pc:spChg chg="mod">
          <ac:chgData name="鉴 倪" userId="3e3dc18e845336b9" providerId="LiveId" clId="{03C575D4-546E-407D-925C-1874C5C377F1}" dt="2025-05-24T12:57:46.670" v="2902" actId="1076"/>
          <ac:spMkLst>
            <pc:docMk/>
            <pc:sldMk cId="1430530242" sldId="278"/>
            <ac:spMk id="33" creationId="{8C53124A-C373-264B-0407-E7B4CD358327}"/>
          </ac:spMkLst>
        </pc:spChg>
        <pc:spChg chg="mod">
          <ac:chgData name="鉴 倪" userId="3e3dc18e845336b9" providerId="LiveId" clId="{03C575D4-546E-407D-925C-1874C5C377F1}" dt="2025-05-24T12:54:18.915" v="2831" actId="1076"/>
          <ac:spMkLst>
            <pc:docMk/>
            <pc:sldMk cId="1430530242" sldId="278"/>
            <ac:spMk id="34" creationId="{0D81BF0B-7C4D-77AD-3C1D-D391496DB3D9}"/>
          </ac:spMkLst>
        </pc:spChg>
        <pc:cxnChg chg="add mod">
          <ac:chgData name="鉴 倪" userId="3e3dc18e845336b9" providerId="LiveId" clId="{03C575D4-546E-407D-925C-1874C5C377F1}" dt="2025-05-24T13:08:19.970" v="3021" actId="14100"/>
          <ac:cxnSpMkLst>
            <pc:docMk/>
            <pc:sldMk cId="1430530242" sldId="278"/>
            <ac:cxnSpMk id="4" creationId="{DE6A9AC8-45B8-E66B-05D6-953CB4DDCC8C}"/>
          </ac:cxnSpMkLst>
        </pc:cxnChg>
        <pc:cxnChg chg="mod">
          <ac:chgData name="鉴 倪" userId="3e3dc18e845336b9" providerId="LiveId" clId="{03C575D4-546E-407D-925C-1874C5C377F1}" dt="2025-05-24T13:00:00.317" v="2933" actId="692"/>
          <ac:cxnSpMkLst>
            <pc:docMk/>
            <pc:sldMk cId="1430530242" sldId="278"/>
            <ac:cxnSpMk id="19" creationId="{0D6E7D89-D20E-744F-8037-DFD680F79114}"/>
          </ac:cxnSpMkLst>
        </pc:cxnChg>
      </pc:sldChg>
      <pc:sldChg chg="delSp modSp add del mod">
        <pc:chgData name="鉴 倪" userId="3e3dc18e845336b9" providerId="LiveId" clId="{03C575D4-546E-407D-925C-1874C5C377F1}" dt="2025-05-24T09:35:58.061" v="2766" actId="47"/>
        <pc:sldMkLst>
          <pc:docMk/>
          <pc:sldMk cId="1923344069" sldId="278"/>
        </pc:sldMkLst>
      </pc:sldChg>
      <pc:sldChg chg="addSp delSp modSp add mod">
        <pc:chgData name="鉴 倪" userId="3e3dc18e845336b9" providerId="LiveId" clId="{03C575D4-546E-407D-925C-1874C5C377F1}" dt="2025-05-24T13:10:30.210" v="3046" actId="255"/>
        <pc:sldMkLst>
          <pc:docMk/>
          <pc:sldMk cId="2516829545" sldId="279"/>
        </pc:sldMkLst>
        <pc:spChg chg="mod">
          <ac:chgData name="鉴 倪" userId="3e3dc18e845336b9" providerId="LiveId" clId="{03C575D4-546E-407D-925C-1874C5C377F1}" dt="2025-05-24T13:06:05.354" v="3001" actId="1076"/>
          <ac:spMkLst>
            <pc:docMk/>
            <pc:sldMk cId="2516829545" sldId="279"/>
            <ac:spMk id="3" creationId="{AF7972B9-0029-B26E-C21E-4566D6A6F18B}"/>
          </ac:spMkLst>
        </pc:spChg>
        <pc:spChg chg="mod">
          <ac:chgData name="鉴 倪" userId="3e3dc18e845336b9" providerId="LiveId" clId="{03C575D4-546E-407D-925C-1874C5C377F1}" dt="2025-05-24T13:10:30.210" v="3046" actId="255"/>
          <ac:spMkLst>
            <pc:docMk/>
            <pc:sldMk cId="2516829545" sldId="279"/>
            <ac:spMk id="5" creationId="{711C0437-91C2-8EFB-610B-64FD93824A1E}"/>
          </ac:spMkLst>
        </pc:spChg>
        <pc:spChg chg="add mod">
          <ac:chgData name="鉴 倪" userId="3e3dc18e845336b9" providerId="LiveId" clId="{03C575D4-546E-407D-925C-1874C5C377F1}" dt="2025-05-24T13:08:49.035" v="3034" actId="1076"/>
          <ac:spMkLst>
            <pc:docMk/>
            <pc:sldMk cId="2516829545" sldId="279"/>
            <ac:spMk id="7" creationId="{A6EAE95A-8854-92CF-06A1-3B95FF62AF86}"/>
          </ac:spMkLst>
        </pc:spChg>
        <pc:spChg chg="add mod ord">
          <ac:chgData name="鉴 倪" userId="3e3dc18e845336b9" providerId="LiveId" clId="{03C575D4-546E-407D-925C-1874C5C377F1}" dt="2025-05-24T13:03:59.978" v="2980" actId="14100"/>
          <ac:spMkLst>
            <pc:docMk/>
            <pc:sldMk cId="2516829545" sldId="279"/>
            <ac:spMk id="12" creationId="{A20759EB-C3F6-3802-8903-FAFC7CF9FDEC}"/>
          </ac:spMkLst>
        </pc:spChg>
        <pc:spChg chg="mod">
          <ac:chgData name="鉴 倪" userId="3e3dc18e845336b9" providerId="LiveId" clId="{03C575D4-546E-407D-925C-1874C5C377F1}" dt="2025-05-24T13:08:45.234" v="3033" actId="20577"/>
          <ac:spMkLst>
            <pc:docMk/>
            <pc:sldMk cId="2516829545" sldId="279"/>
            <ac:spMk id="14" creationId="{2F90AD06-B571-DF2D-C3C0-2F682C57364F}"/>
          </ac:spMkLst>
        </pc:spChg>
        <pc:spChg chg="mod">
          <ac:chgData name="鉴 倪" userId="3e3dc18e845336b9" providerId="LiveId" clId="{03C575D4-546E-407D-925C-1874C5C377F1}" dt="2025-05-24T13:02:43.738" v="2970" actId="20577"/>
          <ac:spMkLst>
            <pc:docMk/>
            <pc:sldMk cId="2516829545" sldId="279"/>
            <ac:spMk id="15" creationId="{ED8C7E6A-8CA0-411D-2D6A-2DB2C71CCC7C}"/>
          </ac:spMkLst>
        </pc:spChg>
        <pc:spChg chg="mod">
          <ac:chgData name="鉴 倪" userId="3e3dc18e845336b9" providerId="LiveId" clId="{03C575D4-546E-407D-925C-1874C5C377F1}" dt="2025-05-24T13:04:22.208" v="2983" actId="1076"/>
          <ac:spMkLst>
            <pc:docMk/>
            <pc:sldMk cId="2516829545" sldId="279"/>
            <ac:spMk id="17" creationId="{1FEC31A7-94E5-3057-C6D0-FE5BD7DFAEB3}"/>
          </ac:spMkLst>
        </pc:spChg>
        <pc:spChg chg="mod">
          <ac:chgData name="鉴 倪" userId="3e3dc18e845336b9" providerId="LiveId" clId="{03C575D4-546E-407D-925C-1874C5C377F1}" dt="2025-05-24T13:08:35.394" v="3027" actId="403"/>
          <ac:spMkLst>
            <pc:docMk/>
            <pc:sldMk cId="2516829545" sldId="279"/>
            <ac:spMk id="34" creationId="{9F150FAD-6850-3F65-A92A-1809EA4CA91B}"/>
          </ac:spMkLst>
        </pc:spChg>
        <pc:cxnChg chg="add mod">
          <ac:chgData name="鉴 倪" userId="3e3dc18e845336b9" providerId="LiveId" clId="{03C575D4-546E-407D-925C-1874C5C377F1}" dt="2025-05-24T13:10:30.210" v="3046" actId="255"/>
          <ac:cxnSpMkLst>
            <pc:docMk/>
            <pc:sldMk cId="2516829545" sldId="279"/>
            <ac:cxnSpMk id="8" creationId="{7AB5E661-98A2-1FB0-42B3-E51EDCC1639D}"/>
          </ac:cxnSpMkLst>
        </pc:cxnChg>
        <pc:cxnChg chg="mod">
          <ac:chgData name="鉴 倪" userId="3e3dc18e845336b9" providerId="LiveId" clId="{03C575D4-546E-407D-925C-1874C5C377F1}" dt="2025-05-24T13:04:22.208" v="2983" actId="1076"/>
          <ac:cxnSpMkLst>
            <pc:docMk/>
            <pc:sldMk cId="2516829545" sldId="279"/>
            <ac:cxnSpMk id="19" creationId="{ED4D367B-2A4A-8AB6-9317-F0BD5F9E9AE1}"/>
          </ac:cxnSpMkLst>
        </pc:cxnChg>
      </pc:sldChg>
      <pc:sldChg chg="addSp delSp modSp add mod">
        <pc:chgData name="鉴 倪" userId="3e3dc18e845336b9" providerId="LiveId" clId="{03C575D4-546E-407D-925C-1874C5C377F1}" dt="2025-05-24T13:10:08.709" v="3044" actId="207"/>
        <pc:sldMkLst>
          <pc:docMk/>
          <pc:sldMk cId="3542495051" sldId="280"/>
        </pc:sldMkLst>
        <pc:spChg chg="add mod">
          <ac:chgData name="鉴 倪" userId="3e3dc18e845336b9" providerId="LiveId" clId="{03C575D4-546E-407D-925C-1874C5C377F1}" dt="2025-05-24T13:07:29.874" v="3012" actId="14100"/>
          <ac:spMkLst>
            <pc:docMk/>
            <pc:sldMk cId="3542495051" sldId="280"/>
            <ac:spMk id="3" creationId="{07E1CAD0-B5A6-854E-8543-0122D687F22E}"/>
          </ac:spMkLst>
        </pc:spChg>
        <pc:spChg chg="add mod">
          <ac:chgData name="鉴 倪" userId="3e3dc18e845336b9" providerId="LiveId" clId="{03C575D4-546E-407D-925C-1874C5C377F1}" dt="2025-05-24T13:09:04.607" v="3038" actId="1076"/>
          <ac:spMkLst>
            <pc:docMk/>
            <pc:sldMk cId="3542495051" sldId="280"/>
            <ac:spMk id="9" creationId="{742B9FED-DFFD-C559-0CC4-3070E2CDFE09}"/>
          </ac:spMkLst>
        </pc:spChg>
        <pc:spChg chg="mod">
          <ac:chgData name="鉴 倪" userId="3e3dc18e845336b9" providerId="LiveId" clId="{03C575D4-546E-407D-925C-1874C5C377F1}" dt="2025-05-24T13:06:58.940" v="3006" actId="14100"/>
          <ac:spMkLst>
            <pc:docMk/>
            <pc:sldMk cId="3542495051" sldId="280"/>
            <ac:spMk id="14" creationId="{BFB535EF-5C3C-E05A-2EDB-CB4AFD0B9407}"/>
          </ac:spMkLst>
        </pc:spChg>
        <pc:spChg chg="mod">
          <ac:chgData name="鉴 倪" userId="3e3dc18e845336b9" providerId="LiveId" clId="{03C575D4-546E-407D-925C-1874C5C377F1}" dt="2025-05-24T13:09:15.769" v="3043" actId="20577"/>
          <ac:spMkLst>
            <pc:docMk/>
            <pc:sldMk cId="3542495051" sldId="280"/>
            <ac:spMk id="15" creationId="{74A044F7-F7C8-3FFD-C69B-2B5592FCDD4D}"/>
          </ac:spMkLst>
        </pc:spChg>
        <pc:spChg chg="mod">
          <ac:chgData name="鉴 倪" userId="3e3dc18e845336b9" providerId="LiveId" clId="{03C575D4-546E-407D-925C-1874C5C377F1}" dt="2025-05-24T13:10:08.709" v="3044" actId="207"/>
          <ac:spMkLst>
            <pc:docMk/>
            <pc:sldMk cId="3542495051" sldId="280"/>
            <ac:spMk id="17" creationId="{3D398749-157A-5D77-EA8B-6CEAF57591D7}"/>
          </ac:spMkLst>
        </pc:spChg>
        <pc:spChg chg="mod">
          <ac:chgData name="鉴 倪" userId="3e3dc18e845336b9" providerId="LiveId" clId="{03C575D4-546E-407D-925C-1874C5C377F1}" dt="2025-05-24T13:08:39.376" v="3028" actId="1076"/>
          <ac:spMkLst>
            <pc:docMk/>
            <pc:sldMk cId="3542495051" sldId="280"/>
            <ac:spMk id="34" creationId="{13BE16F3-4054-9C9E-556C-A083B8DB061F}"/>
          </ac:spMkLst>
        </pc:spChg>
        <pc:cxnChg chg="add mod">
          <ac:chgData name="鉴 倪" userId="3e3dc18e845336b9" providerId="LiveId" clId="{03C575D4-546E-407D-925C-1874C5C377F1}" dt="2025-05-24T13:07:54.284" v="3018" actId="14100"/>
          <ac:cxnSpMkLst>
            <pc:docMk/>
            <pc:sldMk cId="3542495051" sldId="280"/>
            <ac:cxnSpMk id="4" creationId="{3A820D48-C316-8434-C72A-B6E588319C92}"/>
          </ac:cxnSpMkLst>
        </pc:cxnChg>
        <pc:cxnChg chg="mod">
          <ac:chgData name="鉴 倪" userId="3e3dc18e845336b9" providerId="LiveId" clId="{03C575D4-546E-407D-925C-1874C5C377F1}" dt="2025-05-24T13:08:29.279" v="3026" actId="1037"/>
          <ac:cxnSpMkLst>
            <pc:docMk/>
            <pc:sldMk cId="3542495051" sldId="280"/>
            <ac:cxnSpMk id="19" creationId="{0F1BA6A8-C135-5A25-B7C4-B5D5C04896B2}"/>
          </ac:cxnSpMkLst>
        </pc:cxnChg>
      </pc:sldChg>
    </pc:docChg>
  </pc:docChgLst>
  <pc:docChgLst>
    <pc:chgData name="鉴 倪" userId="3e3dc18e845336b9" providerId="LiveId" clId="{1CAF0BED-069C-4692-89B4-7EC3CAA44EAA}"/>
    <pc:docChg chg="undo custSel modSld">
      <pc:chgData name="鉴 倪" userId="3e3dc18e845336b9" providerId="LiveId" clId="{1CAF0BED-069C-4692-89B4-7EC3CAA44EAA}" dt="2025-06-17T04:24:30.620" v="83" actId="1076"/>
      <pc:docMkLst>
        <pc:docMk/>
      </pc:docMkLst>
      <pc:sldChg chg="addSp delSp modSp mod">
        <pc:chgData name="鉴 倪" userId="3e3dc18e845336b9" providerId="LiveId" clId="{1CAF0BED-069C-4692-89B4-7EC3CAA44EAA}" dt="2025-06-17T04:24:30.620" v="83" actId="1076"/>
        <pc:sldMkLst>
          <pc:docMk/>
          <pc:sldMk cId="2358075687" sldId="256"/>
        </pc:sldMkLst>
        <pc:spChg chg="add del">
          <ac:chgData name="鉴 倪" userId="3e3dc18e845336b9" providerId="LiveId" clId="{1CAF0BED-069C-4692-89B4-7EC3CAA44EAA}" dt="2025-06-17T04:21:14.542" v="15" actId="478"/>
          <ac:spMkLst>
            <pc:docMk/>
            <pc:sldMk cId="2358075687" sldId="256"/>
            <ac:spMk id="2" creationId="{5C0B616F-CCAC-2035-CED4-4AAF3D7967E2}"/>
          </ac:spMkLst>
        </pc:spChg>
        <pc:spChg chg="add del mod">
          <ac:chgData name="鉴 倪" userId="3e3dc18e845336b9" providerId="LiveId" clId="{1CAF0BED-069C-4692-89B4-7EC3CAA44EAA}" dt="2025-06-17T04:21:09.378" v="13" actId="11529"/>
          <ac:spMkLst>
            <pc:docMk/>
            <pc:sldMk cId="2358075687" sldId="256"/>
            <ac:spMk id="5" creationId="{6654CA92-492F-89E8-489F-0A472ABC2854}"/>
          </ac:spMkLst>
        </pc:spChg>
        <pc:spChg chg="add del mod">
          <ac:chgData name="鉴 倪" userId="3e3dc18e845336b9" providerId="LiveId" clId="{1CAF0BED-069C-4692-89B4-7EC3CAA44EAA}" dt="2025-06-17T04:21:08.047" v="9" actId="11529"/>
          <ac:spMkLst>
            <pc:docMk/>
            <pc:sldMk cId="2358075687" sldId="256"/>
            <ac:spMk id="8" creationId="{C9385526-1481-21D1-EBDD-CA0C395686AA}"/>
          </ac:spMkLst>
        </pc:spChg>
        <pc:spChg chg="add mod">
          <ac:chgData name="鉴 倪" userId="3e3dc18e845336b9" providerId="LiveId" clId="{1CAF0BED-069C-4692-89B4-7EC3CAA44EAA}" dt="2025-06-17T04:22:06.705" v="30" actId="1076"/>
          <ac:spMkLst>
            <pc:docMk/>
            <pc:sldMk cId="2358075687" sldId="256"/>
            <ac:spMk id="9" creationId="{ADF81EA3-B515-3DAC-5D22-CA53064CCD5A}"/>
          </ac:spMkLst>
        </pc:spChg>
        <pc:spChg chg="add mod">
          <ac:chgData name="鉴 倪" userId="3e3dc18e845336b9" providerId="LiveId" clId="{1CAF0BED-069C-4692-89B4-7EC3CAA44EAA}" dt="2025-06-17T04:22:28.352" v="43" actId="20577"/>
          <ac:spMkLst>
            <pc:docMk/>
            <pc:sldMk cId="2358075687" sldId="256"/>
            <ac:spMk id="11" creationId="{949701D0-C745-E1F5-32D2-6A2B21F3EFBA}"/>
          </ac:spMkLst>
        </pc:spChg>
        <pc:spChg chg="add mod">
          <ac:chgData name="鉴 倪" userId="3e3dc18e845336b9" providerId="LiveId" clId="{1CAF0BED-069C-4692-89B4-7EC3CAA44EAA}" dt="2025-06-17T04:24:30.620" v="83" actId="1076"/>
          <ac:spMkLst>
            <pc:docMk/>
            <pc:sldMk cId="2358075687" sldId="256"/>
            <ac:spMk id="12" creationId="{3053A682-FC05-6E19-95BE-3F2C47AE5B57}"/>
          </ac:spMkLst>
        </pc:spChg>
        <pc:spChg chg="mod">
          <ac:chgData name="鉴 倪" userId="3e3dc18e845336b9" providerId="LiveId" clId="{1CAF0BED-069C-4692-89B4-7EC3CAA44EAA}" dt="2025-06-17T04:24:07.705" v="81" actId="1076"/>
          <ac:spMkLst>
            <pc:docMk/>
            <pc:sldMk cId="2358075687" sldId="256"/>
            <ac:spMk id="17" creationId="{C9CC639D-19FF-E4F7-4B6F-EBBB1ED16819}"/>
          </ac:spMkLst>
        </pc:spChg>
        <pc:spChg chg="add del mod">
          <ac:chgData name="鉴 倪" userId="3e3dc18e845336b9" providerId="LiveId" clId="{1CAF0BED-069C-4692-89B4-7EC3CAA44EAA}" dt="2025-06-17T04:23:40.345" v="75" actId="1076"/>
          <ac:spMkLst>
            <pc:docMk/>
            <pc:sldMk cId="2358075687" sldId="256"/>
            <ac:spMk id="128" creationId="{3E1251F7-7481-BEB6-7EC7-F7FC0F1E7CCA}"/>
          </ac:spMkLst>
        </pc:spChg>
        <pc:spChg chg="mod">
          <ac:chgData name="鉴 倪" userId="3e3dc18e845336b9" providerId="LiveId" clId="{1CAF0BED-069C-4692-89B4-7EC3CAA44EAA}" dt="2025-06-17T04:24:20.248" v="82"/>
          <ac:spMkLst>
            <pc:docMk/>
            <pc:sldMk cId="2358075687" sldId="256"/>
            <ac:spMk id="139" creationId="{8786C572-4FEB-F293-DA19-A8CEBCF76F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68440-2124-4632-9172-C3E2CD00044C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84999-6352-41BC-B1E2-83438CDC2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12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84999-6352-41BC-B1E2-83438CDC265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95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DAA4E-3836-6FE6-EC0A-CF0EFACE8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0D8BE2-8267-AADC-F0F1-0A76253DD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92437-E08C-FB37-65B3-7227F4C9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0DDD54-EE00-6BDA-9D24-76BFAE3C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069356-566F-7662-8FB1-BE5868BD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05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09FD7-C0EA-7CBB-27B3-818FDD11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9E34F-EDDD-D94E-7BF0-83772A773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E2A02D-5F16-A37E-C88C-F96520EE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8DA004-FA86-F711-988C-26A3AA6B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238B4-06F9-3084-5DC4-9E0794DB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46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C6414-BC1E-9BF3-5834-DA32C225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3646C-1C89-20AB-6E18-346A3602D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716C7-1767-8866-436C-55B22B10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83B061-9F71-6F10-38B3-D5AAB901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5499D5-037F-DA13-B228-0C2988B4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84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29683-159F-FF9A-00EB-2619DFEB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034BF-B03C-992C-8AD2-37DAAFAA6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E1EF33-0F39-9F4A-E66A-B1354F1FD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596E5A-D491-51DE-0932-6868E392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B83F17-B400-C2C9-9DDB-123E613E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A764BC-0C46-6117-2814-790C86E3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3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4083D-58B4-3790-FFB3-6A365C05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F17A0A-3583-94BC-50CB-4722D591E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4601E0-EDE9-520B-1F72-451F0DE7A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74F7B4-227C-57AE-8090-163DBB553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E6BF5C-D05F-DB19-6C30-517CA50CA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569E25-0840-59DA-922E-0ECA40F6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AA91BB-CB42-01AE-2587-1E0E5B67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11ECF8-A024-BBAE-AADD-830F2D53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22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52DEB-A498-3FE2-9DB7-1CDEA47F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356104-602F-5F09-3870-B2AB40F2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895191-E0A8-0848-A357-5057EF25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D69724-C857-5830-E6F4-16C546B8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86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95B226-8379-AB5D-4EF3-C581151A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D17431-F089-0B6E-BD7B-96E659F4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FCB07-534A-C09E-5EB4-99B83FE6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39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EFDB8-4EB8-5E7D-C17D-63E3C944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A22627-F12A-1A1D-AD3D-3F1BAC6E6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D31E0F-1E52-65D3-4438-D4485FA17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0FFB39-4267-760E-A599-028FC76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0B53D4-3D94-80F0-1146-B1149935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46D27C-461D-82E0-2789-F57AF6B7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83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AB7CE-587E-7446-5C02-000F7FB0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341C70-F954-0238-D28E-0F8F9548D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764764-3624-0CE8-A4FF-8A3827E62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C09F89-6402-8A86-302C-36E32D0FF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4483B0-4F52-AA20-01E7-8C4A1BC7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32739-977A-9022-659D-67647643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47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F81CE-AD7C-4353-00E8-C00EE2E5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F5F352-2D36-A8A2-FC38-A201482BD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DB32D-3F15-FD67-1204-5EBFFB39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AF256-1FD5-767B-F74E-A828E545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4AEFE-BCF8-5813-B2A5-1A629D85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0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5DD860-D018-C139-8B5A-D53292326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FDF0A7-01E9-35B8-6634-CE30166A4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A0A09-4F51-55B1-DB86-F66F6F72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18625-075F-0317-0482-F628E679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4F475-64BA-3947-AD27-24F39A1D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793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A4D9B7-B9F8-9409-CB2F-7D8FAC72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EA69D-76F0-FCB1-3012-10E96AD3A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541ED-07D6-1ABC-ED1E-CA6C1593A6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04749-B0D1-4CC4-BB3F-9F374FB16204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CB465-8993-1F06-A03E-C4872F90F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5AB8A-14D3-8505-5309-32AD24A16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B5073-EEC3-4086-999D-6F6A027F0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7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6864F-8546-CFB7-2F40-76FB5453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3ED1C13-65DB-DC20-4697-DD6E44D13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43" y="1279793"/>
            <a:ext cx="5091690" cy="3060431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BFF764-1B4C-DABE-13DE-86E8579B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738377"/>
              </p:ext>
            </p:extLst>
          </p:nvPr>
        </p:nvGraphicFramePr>
        <p:xfrm>
          <a:off x="364067" y="1279793"/>
          <a:ext cx="5630333" cy="42984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8365">
                  <a:extLst>
                    <a:ext uri="{9D8B030D-6E8A-4147-A177-3AD203B41FA5}">
                      <a16:colId xmlns:a16="http://schemas.microsoft.com/office/drawing/2014/main" val="4087365105"/>
                    </a:ext>
                  </a:extLst>
                </a:gridCol>
                <a:gridCol w="1788829">
                  <a:extLst>
                    <a:ext uri="{9D8B030D-6E8A-4147-A177-3AD203B41FA5}">
                      <a16:colId xmlns:a16="http://schemas.microsoft.com/office/drawing/2014/main" val="3095513826"/>
                    </a:ext>
                  </a:extLst>
                </a:gridCol>
                <a:gridCol w="1903139">
                  <a:extLst>
                    <a:ext uri="{9D8B030D-6E8A-4147-A177-3AD203B41FA5}">
                      <a16:colId xmlns:a16="http://schemas.microsoft.com/office/drawing/2014/main" val="568881444"/>
                    </a:ext>
                  </a:extLst>
                </a:gridCol>
              </a:tblGrid>
              <a:tr h="620628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Window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Recall@5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93261"/>
                  </a:ext>
                </a:extLst>
              </a:tr>
              <a:tr h="3619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0.5800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960022"/>
                  </a:ext>
                </a:extLst>
              </a:tr>
              <a:tr h="362605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0.6069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315157"/>
                  </a:ext>
                </a:extLst>
              </a:tr>
              <a:tr h="385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0.5903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523412"/>
                  </a:ext>
                </a:extLst>
              </a:tr>
              <a:tr h="361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0.4810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576234"/>
                  </a:ext>
                </a:extLst>
              </a:tr>
              <a:tr h="33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0.5006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796251"/>
                  </a:ext>
                </a:extLst>
              </a:tr>
              <a:tr h="33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0.3192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670090"/>
                  </a:ext>
                </a:extLst>
              </a:tr>
              <a:tr h="33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0.3170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691691"/>
                  </a:ext>
                </a:extLst>
              </a:tr>
              <a:tr h="33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0.1982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650101"/>
                  </a:ext>
                </a:extLst>
              </a:tr>
              <a:tr h="33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0.1119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64637"/>
                  </a:ext>
                </a:extLst>
              </a:tr>
              <a:tr h="33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0.1286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0902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917FA4C-2504-6028-2827-AA964B2ED79E}"/>
              </a:ext>
            </a:extLst>
          </p:cNvPr>
          <p:cNvSpPr txBox="1"/>
          <p:nvPr/>
        </p:nvSpPr>
        <p:spPr>
          <a:xfrm>
            <a:off x="364067" y="279400"/>
            <a:ext cx="472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Fix window strategy results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5F84B-AA85-F99C-0E88-158607B9BF8D}"/>
              </a:ext>
            </a:extLst>
          </p:cNvPr>
          <p:cNvSpPr txBox="1"/>
          <p:nvPr/>
        </p:nvSpPr>
        <p:spPr>
          <a:xfrm>
            <a:off x="364067" y="859630"/>
            <a:ext cx="376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Total conversations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76C8BA-4358-C102-FC8C-8BD9D10D4BB4}"/>
              </a:ext>
            </a:extLst>
          </p:cNvPr>
          <p:cNvSpPr txBox="1"/>
          <p:nvPr/>
        </p:nvSpPr>
        <p:spPr>
          <a:xfrm>
            <a:off x="6451600" y="859630"/>
            <a:ext cx="330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Distribution of best window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D158CF-74AA-8691-5099-AAAB61057F69}"/>
              </a:ext>
            </a:extLst>
          </p:cNvPr>
          <p:cNvSpPr txBox="1"/>
          <p:nvPr/>
        </p:nvSpPr>
        <p:spPr>
          <a:xfrm>
            <a:off x="508001" y="5793768"/>
            <a:ext cx="1023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best window varies in different conversation , demanding dynamic window selection based on current conversation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6139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F6398E1D-200C-88C2-42AB-E1AE2F2C8614}"/>
              </a:ext>
            </a:extLst>
          </p:cNvPr>
          <p:cNvSpPr txBox="1"/>
          <p:nvPr/>
        </p:nvSpPr>
        <p:spPr>
          <a:xfrm>
            <a:off x="2699352" y="772961"/>
            <a:ext cx="2922060" cy="494000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>
              <a:lnSpc>
                <a:spcPts val="1425"/>
              </a:lnSpc>
            </a:pPr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 </a:t>
            </a:r>
            <a:r>
              <a:rPr lang="en-US" altLang="zh-C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said:</a:t>
            </a:r>
            <a:r>
              <a:rPr lang="en-US" altLang="zh-CN" sz="15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opening night is tomorrow. …</a:t>
            </a:r>
          </a:p>
          <a:p>
            <a:pPr>
              <a:lnSpc>
                <a:spcPts val="1425"/>
              </a:lnSpc>
            </a:pPr>
            <a:endParaRPr lang="en-US" altLang="zh-CN" sz="15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altLang="zh-CN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</a:t>
            </a:r>
            <a:r>
              <a: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Hey Maria, great to chat again! </a:t>
            </a:r>
            <a:r>
              <a:rPr lang="en-US" altLang="zh-CN" sz="15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joined a service-focused online group </a:t>
            </a:r>
            <a:r>
              <a: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 week and it's been an emotional ride. </a:t>
            </a:r>
          </a:p>
          <a:p>
            <a:pPr>
              <a:lnSpc>
                <a:spcPts val="1425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 said: </a:t>
            </a:r>
            <a:r>
              <a: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Wow, John! That‘s amazing news. …</a:t>
            </a:r>
          </a:p>
          <a:p>
            <a:pPr>
              <a:lnSpc>
                <a:spcPts val="1425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said: </a:t>
            </a:r>
            <a:r>
              <a: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Thanks, Maria! It's great to have a group of people with the same passion for serving… </a:t>
            </a:r>
          </a:p>
          <a:p>
            <a:pPr>
              <a:lnSpc>
                <a:spcPts val="1425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 </a:t>
            </a:r>
            <a:r>
              <a:rPr lang="en-US" altLang="zh-C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said:</a:t>
            </a:r>
            <a:r>
              <a:rPr lang="en-US" altLang="zh-CN" sz="15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That's</a:t>
            </a:r>
            <a:r>
              <a: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great to hear! It's always inspiring to share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</a:t>
            </a:r>
            <a:r>
              <a: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things with like-minded individuals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ts val="1425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US" altLang="zh-C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said:</a:t>
            </a:r>
            <a:r>
              <a:rPr lang="en-US" altLang="zh-CN" sz="1500" b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CN" sz="15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held some events and got to meet some people…</a:t>
            </a:r>
            <a:endParaRPr lang="en-US" altLang="zh-CN" sz="15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A062370-AACA-75BF-5AE9-D97A79C01CC2}"/>
              </a:ext>
            </a:extLst>
          </p:cNvPr>
          <p:cNvGrpSpPr/>
          <p:nvPr/>
        </p:nvGrpSpPr>
        <p:grpSpPr>
          <a:xfrm>
            <a:off x="618684" y="1541182"/>
            <a:ext cx="2302332" cy="3775635"/>
            <a:chOff x="364668" y="1731610"/>
            <a:chExt cx="2302332" cy="3775635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B40AA7DF-C4C0-241F-EEFB-CFBE95C4E4D3}"/>
                </a:ext>
              </a:extLst>
            </p:cNvPr>
            <p:cNvSpPr txBox="1"/>
            <p:nvPr/>
          </p:nvSpPr>
          <p:spPr>
            <a:xfrm>
              <a:off x="794657" y="1731610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A:...</a:t>
              </a:r>
              <a:endParaRPr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978D0D0-3173-1762-02A6-226D6C0EFB35}"/>
                </a:ext>
              </a:extLst>
            </p:cNvPr>
            <p:cNvSpPr txBox="1"/>
            <p:nvPr/>
          </p:nvSpPr>
          <p:spPr>
            <a:xfrm>
              <a:off x="794657" y="2174241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B:...</a:t>
              </a:r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D958B25-39FC-FADF-C1C1-0CC8F329B513}"/>
                </a:ext>
              </a:extLst>
            </p:cNvPr>
            <p:cNvSpPr txBox="1"/>
            <p:nvPr/>
          </p:nvSpPr>
          <p:spPr>
            <a:xfrm>
              <a:off x="794657" y="2668008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A:...</a:t>
              </a:r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6F86321-1121-695C-D040-42619E3DE2CD}"/>
                </a:ext>
              </a:extLst>
            </p:cNvPr>
            <p:cNvSpPr txBox="1"/>
            <p:nvPr/>
          </p:nvSpPr>
          <p:spPr>
            <a:xfrm>
              <a:off x="794657" y="3161775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B:...</a:t>
              </a:r>
              <a:endParaRPr lang="zh-CN" altLang="en-US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06E069-F12B-BB5B-C1F2-46311D59D0CD}"/>
                </a:ext>
              </a:extLst>
            </p:cNvPr>
            <p:cNvSpPr txBox="1"/>
            <p:nvPr/>
          </p:nvSpPr>
          <p:spPr>
            <a:xfrm>
              <a:off x="794656" y="3655542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A:...</a:t>
              </a:r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5542C7D-2DF8-A4B4-75E0-EC80A8AA4A0F}"/>
                </a:ext>
              </a:extLst>
            </p:cNvPr>
            <p:cNvSpPr txBox="1"/>
            <p:nvPr/>
          </p:nvSpPr>
          <p:spPr>
            <a:xfrm>
              <a:off x="794656" y="4130605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B:...</a:t>
              </a:r>
              <a:endParaRPr lang="zh-CN" alt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854F853-122A-7FC9-2218-1EA4275B9F10}"/>
                </a:ext>
              </a:extLst>
            </p:cNvPr>
            <p:cNvSpPr txBox="1"/>
            <p:nvPr/>
          </p:nvSpPr>
          <p:spPr>
            <a:xfrm>
              <a:off x="794656" y="4572393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A:...</a:t>
              </a:r>
              <a:endParaRPr lang="zh-CN" altLang="en-US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BAB10D75-8EF9-0F8E-2788-E32ABF134867}"/>
                </a:ext>
              </a:extLst>
            </p:cNvPr>
            <p:cNvSpPr txBox="1"/>
            <p:nvPr/>
          </p:nvSpPr>
          <p:spPr>
            <a:xfrm>
              <a:off x="794655" y="5137913"/>
              <a:ext cx="1872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B:...</a:t>
              </a:r>
              <a:endParaRPr lang="zh-CN" altLang="en-US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0E5056C-6DFB-C200-6636-09B6ED5440BB}"/>
                </a:ext>
              </a:extLst>
            </p:cNvPr>
            <p:cNvSpPr txBox="1"/>
            <p:nvPr/>
          </p:nvSpPr>
          <p:spPr>
            <a:xfrm>
              <a:off x="609597" y="2210117"/>
              <a:ext cx="859974" cy="128511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D022DE61-4C77-0BD3-D176-02F9C818F653}"/>
                </a:ext>
              </a:extLst>
            </p:cNvPr>
            <p:cNvCxnSpPr>
              <a:cxnSpLocks/>
            </p:cNvCxnSpPr>
            <p:nvPr/>
          </p:nvCxnSpPr>
          <p:spPr>
            <a:xfrm>
              <a:off x="1338943" y="3429000"/>
              <a:ext cx="5111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A960EB0-9B1A-940B-48E9-AF42DF0D470F}"/>
                </a:ext>
              </a:extLst>
            </p:cNvPr>
            <p:cNvSpPr txBox="1"/>
            <p:nvPr/>
          </p:nvSpPr>
          <p:spPr>
            <a:xfrm>
              <a:off x="478969" y="2758857"/>
              <a:ext cx="859974" cy="128511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655D3FA6-2202-3F46-78A3-9620CDCD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4771" y="3844855"/>
              <a:ext cx="919696" cy="6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0544C1E-3FE6-FB9A-20D9-ED8289B0FDDF}"/>
                </a:ext>
              </a:extLst>
            </p:cNvPr>
            <p:cNvSpPr txBox="1"/>
            <p:nvPr/>
          </p:nvSpPr>
          <p:spPr>
            <a:xfrm>
              <a:off x="364668" y="3223229"/>
              <a:ext cx="859974" cy="128511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BC37E957-B0DB-5284-4C30-03FF243EB689}"/>
                </a:ext>
              </a:extLst>
            </p:cNvPr>
            <p:cNvCxnSpPr>
              <a:cxnSpLocks/>
            </p:cNvCxnSpPr>
            <p:nvPr/>
          </p:nvCxnSpPr>
          <p:spPr>
            <a:xfrm>
              <a:off x="1164771" y="4315271"/>
              <a:ext cx="10894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924C7A79-910B-94D3-13CD-130E1183ECB9}"/>
              </a:ext>
            </a:extLst>
          </p:cNvPr>
          <p:cNvSpPr txBox="1"/>
          <p:nvPr/>
        </p:nvSpPr>
        <p:spPr>
          <a:xfrm>
            <a:off x="1723587" y="6255094"/>
            <a:ext cx="218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Streaming Process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左大括号 74">
            <a:extLst>
              <a:ext uri="{FF2B5EF4-FFF2-40B4-BE49-F238E27FC236}">
                <a16:creationId xmlns:a16="http://schemas.microsoft.com/office/drawing/2014/main" id="{D9BDD863-CABD-B23D-73E5-EB8A2B409F76}"/>
              </a:ext>
            </a:extLst>
          </p:cNvPr>
          <p:cNvSpPr/>
          <p:nvPr/>
        </p:nvSpPr>
        <p:spPr>
          <a:xfrm rot="16200000">
            <a:off x="2543757" y="4542886"/>
            <a:ext cx="311191" cy="292206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D74CECE-D76D-E9DA-2640-CFA1EDC25DEF}"/>
              </a:ext>
            </a:extLst>
          </p:cNvPr>
          <p:cNvSpPr txBox="1"/>
          <p:nvPr/>
        </p:nvSpPr>
        <p:spPr>
          <a:xfrm>
            <a:off x="1603520" y="4151965"/>
            <a:ext cx="904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 Window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EB417AAB-8F03-52DA-D56B-54E5C3C2F0AE}"/>
              </a:ext>
            </a:extLst>
          </p:cNvPr>
          <p:cNvCxnSpPr>
            <a:cxnSpLocks/>
            <a:stCxn id="27" idx="0"/>
          </p:cNvCxnSpPr>
          <p:nvPr/>
        </p:nvCxnSpPr>
        <p:spPr>
          <a:xfrm rot="5400000" flipH="1" flipV="1">
            <a:off x="6183460" y="-1658855"/>
            <a:ext cx="408738" cy="445489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023CD192-0B38-226F-D1A8-2EA74B0BD38E}"/>
              </a:ext>
            </a:extLst>
          </p:cNvPr>
          <p:cNvSpPr txBox="1"/>
          <p:nvPr/>
        </p:nvSpPr>
        <p:spPr>
          <a:xfrm>
            <a:off x="9216937" y="223096"/>
            <a:ext cx="895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LLM</a:t>
            </a:r>
            <a:endParaRPr lang="zh-CN" altLang="en-US" sz="1400" b="1" dirty="0"/>
          </a:p>
        </p:txBody>
      </p:sp>
      <p:sp>
        <p:nvSpPr>
          <p:cNvPr id="109" name="图形 107">
            <a:extLst>
              <a:ext uri="{FF2B5EF4-FFF2-40B4-BE49-F238E27FC236}">
                <a16:creationId xmlns:a16="http://schemas.microsoft.com/office/drawing/2014/main" id="{06B06812-20AB-BBCE-2ADD-D194C28F29A3}"/>
              </a:ext>
            </a:extLst>
          </p:cNvPr>
          <p:cNvSpPr>
            <a:spLocks noChangeAspect="1"/>
          </p:cNvSpPr>
          <p:nvPr/>
        </p:nvSpPr>
        <p:spPr>
          <a:xfrm>
            <a:off x="8677977" y="142733"/>
            <a:ext cx="476259" cy="476247"/>
          </a:xfrm>
          <a:custGeom>
            <a:avLst/>
            <a:gdLst>
              <a:gd name="connsiteX0" fmla="*/ 901697 w 952518"/>
              <a:gd name="connsiteY0" fmla="*/ 313989 h 952494"/>
              <a:gd name="connsiteX1" fmla="*/ 891506 w 952518"/>
              <a:gd name="connsiteY1" fmla="*/ 382331 h 952494"/>
              <a:gd name="connsiteX2" fmla="*/ 894125 w 952518"/>
              <a:gd name="connsiteY2" fmla="*/ 395428 h 952494"/>
              <a:gd name="connsiteX3" fmla="*/ 949177 w 952518"/>
              <a:gd name="connsiteY3" fmla="*/ 513538 h 952494"/>
              <a:gd name="connsiteX4" fmla="*/ 952517 w 952518"/>
              <a:gd name="connsiteY4" fmla="*/ 552257 h 952494"/>
              <a:gd name="connsiteX5" fmla="*/ 908222 w 952518"/>
              <a:gd name="connsiteY5" fmla="*/ 688464 h 952494"/>
              <a:gd name="connsiteX6" fmla="*/ 816971 w 952518"/>
              <a:gd name="connsiteY6" fmla="*/ 766379 h 952494"/>
              <a:gd name="connsiteX7" fmla="*/ 764584 w 952518"/>
              <a:gd name="connsiteY7" fmla="*/ 784763 h 952494"/>
              <a:gd name="connsiteX8" fmla="*/ 756489 w 952518"/>
              <a:gd name="connsiteY8" fmla="*/ 791906 h 952494"/>
              <a:gd name="connsiteX9" fmla="*/ 611709 w 952518"/>
              <a:gd name="connsiteY9" fmla="*/ 937494 h 952494"/>
              <a:gd name="connsiteX10" fmla="*/ 539985 w 952518"/>
              <a:gd name="connsiteY10" fmla="*/ 952163 h 952494"/>
              <a:gd name="connsiteX11" fmla="*/ 372345 w 952518"/>
              <a:gd name="connsiteY11" fmla="*/ 898205 h 952494"/>
              <a:gd name="connsiteX12" fmla="*/ 349723 w 952518"/>
              <a:gd name="connsiteY12" fmla="*/ 877155 h 952494"/>
              <a:gd name="connsiteX13" fmla="*/ 339245 w 952518"/>
              <a:gd name="connsiteY13" fmla="*/ 873821 h 952494"/>
              <a:gd name="connsiteX14" fmla="*/ 175653 w 952518"/>
              <a:gd name="connsiteY14" fmla="*/ 847437 h 952494"/>
              <a:gd name="connsiteX15" fmla="*/ 54305 w 952518"/>
              <a:gd name="connsiteY15" fmla="*/ 679511 h 952494"/>
              <a:gd name="connsiteX16" fmla="*/ 60544 w 952518"/>
              <a:gd name="connsiteY16" fmla="*/ 570164 h 952494"/>
              <a:gd name="connsiteX17" fmla="*/ 61592 w 952518"/>
              <a:gd name="connsiteY17" fmla="*/ 566830 h 952494"/>
              <a:gd name="connsiteX18" fmla="*/ 59973 w 952518"/>
              <a:gd name="connsiteY18" fmla="*/ 559305 h 952494"/>
              <a:gd name="connsiteX19" fmla="*/ 584 w 952518"/>
              <a:gd name="connsiteY19" fmla="*/ 417288 h 952494"/>
              <a:gd name="connsiteX20" fmla="*/ 27254 w 952518"/>
              <a:gd name="connsiteY20" fmla="*/ 291796 h 952494"/>
              <a:gd name="connsiteX21" fmla="*/ 137030 w 952518"/>
              <a:gd name="connsiteY21" fmla="*/ 185212 h 952494"/>
              <a:gd name="connsiteX22" fmla="*/ 187703 w 952518"/>
              <a:gd name="connsiteY22" fmla="*/ 167686 h 952494"/>
              <a:gd name="connsiteX23" fmla="*/ 195847 w 952518"/>
              <a:gd name="connsiteY23" fmla="*/ 160542 h 952494"/>
              <a:gd name="connsiteX24" fmla="*/ 259617 w 952518"/>
              <a:gd name="connsiteY24" fmla="*/ 64197 h 952494"/>
              <a:gd name="connsiteX25" fmla="*/ 540842 w 952518"/>
              <a:gd name="connsiteY25" fmla="*/ 28288 h 952494"/>
              <a:gd name="connsiteX26" fmla="*/ 601231 w 952518"/>
              <a:gd name="connsiteY26" fmla="*/ 74150 h 952494"/>
              <a:gd name="connsiteX27" fmla="*/ 614852 w 952518"/>
              <a:gd name="connsiteY27" fmla="*/ 78436 h 952494"/>
              <a:gd name="connsiteX28" fmla="*/ 753155 w 952518"/>
              <a:gd name="connsiteY28" fmla="*/ 93581 h 952494"/>
              <a:gd name="connsiteX29" fmla="*/ 835403 w 952518"/>
              <a:gd name="connsiteY29" fmla="*/ 150350 h 952494"/>
              <a:gd name="connsiteX30" fmla="*/ 901697 w 952518"/>
              <a:gd name="connsiteY30" fmla="*/ 313990 h 952494"/>
              <a:gd name="connsiteX31" fmla="*/ 541175 w 952518"/>
              <a:gd name="connsiteY31" fmla="*/ 103344 h 952494"/>
              <a:gd name="connsiteX32" fmla="*/ 537365 w 952518"/>
              <a:gd name="connsiteY32" fmla="*/ 99724 h 952494"/>
              <a:gd name="connsiteX33" fmla="*/ 406683 w 952518"/>
              <a:gd name="connsiteY33" fmla="*/ 62577 h 952494"/>
              <a:gd name="connsiteX34" fmla="*/ 306384 w 952518"/>
              <a:gd name="connsiteY34" fmla="*/ 105916 h 952494"/>
              <a:gd name="connsiteX35" fmla="*/ 244329 w 952518"/>
              <a:gd name="connsiteY35" fmla="*/ 238980 h 952494"/>
              <a:gd name="connsiteX36" fmla="*/ 244091 w 952518"/>
              <a:gd name="connsiteY36" fmla="*/ 456911 h 952494"/>
              <a:gd name="connsiteX37" fmla="*/ 249806 w 952518"/>
              <a:gd name="connsiteY37" fmla="*/ 466722 h 952494"/>
              <a:gd name="connsiteX38" fmla="*/ 322387 w 952518"/>
              <a:gd name="connsiteY38" fmla="*/ 507966 h 952494"/>
              <a:gd name="connsiteX39" fmla="*/ 327720 w 952518"/>
              <a:gd name="connsiteY39" fmla="*/ 510443 h 952494"/>
              <a:gd name="connsiteX40" fmla="*/ 327720 w 952518"/>
              <a:gd name="connsiteY40" fmla="*/ 244503 h 952494"/>
              <a:gd name="connsiteX41" fmla="*/ 344580 w 952518"/>
              <a:gd name="connsiteY41" fmla="*/ 215452 h 952494"/>
              <a:gd name="connsiteX42" fmla="*/ 534793 w 952518"/>
              <a:gd name="connsiteY42" fmla="*/ 107154 h 952494"/>
              <a:gd name="connsiteX43" fmla="*/ 541174 w 952518"/>
              <a:gd name="connsiteY43" fmla="*/ 103296 h 952494"/>
              <a:gd name="connsiteX44" fmla="*/ 181464 w 952518"/>
              <a:gd name="connsiteY44" fmla="*/ 234169 h 952494"/>
              <a:gd name="connsiteX45" fmla="*/ 176464 w 952518"/>
              <a:gd name="connsiteY45" fmla="*/ 235694 h 952494"/>
              <a:gd name="connsiteX46" fmla="*/ 120742 w 952518"/>
              <a:gd name="connsiteY46" fmla="*/ 270603 h 952494"/>
              <a:gd name="connsiteX47" fmla="*/ 64449 w 952518"/>
              <a:gd name="connsiteY47" fmla="*/ 422717 h 952494"/>
              <a:gd name="connsiteX48" fmla="*/ 152889 w 952518"/>
              <a:gd name="connsiteY48" fmla="*/ 556019 h 952494"/>
              <a:gd name="connsiteX49" fmla="*/ 344008 w 952518"/>
              <a:gd name="connsiteY49" fmla="*/ 665224 h 952494"/>
              <a:gd name="connsiteX50" fmla="*/ 354342 w 952518"/>
              <a:gd name="connsiteY50" fmla="*/ 665128 h 952494"/>
              <a:gd name="connsiteX51" fmla="*/ 426352 w 952518"/>
              <a:gd name="connsiteY51" fmla="*/ 624028 h 952494"/>
              <a:gd name="connsiteX52" fmla="*/ 431686 w 952518"/>
              <a:gd name="connsiteY52" fmla="*/ 620599 h 952494"/>
              <a:gd name="connsiteX53" fmla="*/ 427305 w 952518"/>
              <a:gd name="connsiteY53" fmla="*/ 617646 h 952494"/>
              <a:gd name="connsiteX54" fmla="*/ 261950 w 952518"/>
              <a:gd name="connsiteY54" fmla="*/ 523349 h 952494"/>
              <a:gd name="connsiteX55" fmla="*/ 197180 w 952518"/>
              <a:gd name="connsiteY55" fmla="*/ 486439 h 952494"/>
              <a:gd name="connsiteX56" fmla="*/ 183701 w 952518"/>
              <a:gd name="connsiteY56" fmla="*/ 470485 h 952494"/>
              <a:gd name="connsiteX57" fmla="*/ 181511 w 952518"/>
              <a:gd name="connsiteY57" fmla="*/ 455435 h 952494"/>
              <a:gd name="connsiteX58" fmla="*/ 181511 w 952518"/>
              <a:gd name="connsiteY58" fmla="*/ 243409 h 952494"/>
              <a:gd name="connsiteX59" fmla="*/ 181511 w 952518"/>
              <a:gd name="connsiteY59" fmla="*/ 234169 h 952494"/>
              <a:gd name="connsiteX60" fmla="*/ 836070 w 952518"/>
              <a:gd name="connsiteY60" fmla="*/ 345135 h 952494"/>
              <a:gd name="connsiteX61" fmla="*/ 835736 w 952518"/>
              <a:gd name="connsiteY61" fmla="*/ 282032 h 952494"/>
              <a:gd name="connsiteX62" fmla="*/ 729437 w 952518"/>
              <a:gd name="connsiteY62" fmla="*/ 151159 h 952494"/>
              <a:gd name="connsiteX63" fmla="*/ 563464 w 952518"/>
              <a:gd name="connsiteY63" fmla="*/ 162113 h 952494"/>
              <a:gd name="connsiteX64" fmla="*/ 375822 w 952518"/>
              <a:gd name="connsiteY64" fmla="*/ 268984 h 952494"/>
              <a:gd name="connsiteX65" fmla="*/ 371297 w 952518"/>
              <a:gd name="connsiteY65" fmla="*/ 276413 h 952494"/>
              <a:gd name="connsiteX66" fmla="*/ 371392 w 952518"/>
              <a:gd name="connsiteY66" fmla="*/ 361471 h 952494"/>
              <a:gd name="connsiteX67" fmla="*/ 371868 w 952518"/>
              <a:gd name="connsiteY67" fmla="*/ 366234 h 952494"/>
              <a:gd name="connsiteX68" fmla="*/ 382203 w 952518"/>
              <a:gd name="connsiteY68" fmla="*/ 360375 h 952494"/>
              <a:gd name="connsiteX69" fmla="*/ 548606 w 952518"/>
              <a:gd name="connsiteY69" fmla="*/ 265602 h 952494"/>
              <a:gd name="connsiteX70" fmla="*/ 605089 w 952518"/>
              <a:gd name="connsiteY70" fmla="*/ 233408 h 952494"/>
              <a:gd name="connsiteX71" fmla="*/ 625092 w 952518"/>
              <a:gd name="connsiteY71" fmla="*/ 228646 h 952494"/>
              <a:gd name="connsiteX72" fmla="*/ 640712 w 952518"/>
              <a:gd name="connsiteY72" fmla="*/ 234218 h 952494"/>
              <a:gd name="connsiteX73" fmla="*/ 738630 w 952518"/>
              <a:gd name="connsiteY73" fmla="*/ 290081 h 952494"/>
              <a:gd name="connsiteX74" fmla="*/ 831927 w 952518"/>
              <a:gd name="connsiteY74" fmla="*/ 343231 h 952494"/>
              <a:gd name="connsiteX75" fmla="*/ 836071 w 952518"/>
              <a:gd name="connsiteY75" fmla="*/ 345135 h 952494"/>
              <a:gd name="connsiteX76" fmla="*/ 115504 w 952518"/>
              <a:gd name="connsiteY76" fmla="*/ 606407 h 952494"/>
              <a:gd name="connsiteX77" fmla="*/ 113599 w 952518"/>
              <a:gd name="connsiteY77" fmla="*/ 633696 h 952494"/>
              <a:gd name="connsiteX78" fmla="*/ 136935 w 952518"/>
              <a:gd name="connsiteY78" fmla="*/ 725136 h 952494"/>
              <a:gd name="connsiteX79" fmla="*/ 307098 w 952518"/>
              <a:gd name="connsiteY79" fmla="*/ 815623 h 952494"/>
              <a:gd name="connsiteX80" fmla="*/ 388490 w 952518"/>
              <a:gd name="connsiteY80" fmla="*/ 790478 h 952494"/>
              <a:gd name="connsiteX81" fmla="*/ 470834 w 952518"/>
              <a:gd name="connsiteY81" fmla="*/ 743471 h 952494"/>
              <a:gd name="connsiteX82" fmla="*/ 576085 w 952518"/>
              <a:gd name="connsiteY82" fmla="*/ 683607 h 952494"/>
              <a:gd name="connsiteX83" fmla="*/ 580847 w 952518"/>
              <a:gd name="connsiteY83" fmla="*/ 675177 h 952494"/>
              <a:gd name="connsiteX84" fmla="*/ 580752 w 952518"/>
              <a:gd name="connsiteY84" fmla="*/ 592500 h 952494"/>
              <a:gd name="connsiteX85" fmla="*/ 580418 w 952518"/>
              <a:gd name="connsiteY85" fmla="*/ 586309 h 952494"/>
              <a:gd name="connsiteX86" fmla="*/ 575085 w 952518"/>
              <a:gd name="connsiteY86" fmla="*/ 589024 h 952494"/>
              <a:gd name="connsiteX87" fmla="*/ 501028 w 952518"/>
              <a:gd name="connsiteY87" fmla="*/ 631267 h 952494"/>
              <a:gd name="connsiteX88" fmla="*/ 395300 w 952518"/>
              <a:gd name="connsiteY88" fmla="*/ 691512 h 952494"/>
              <a:gd name="connsiteX89" fmla="*/ 346056 w 952518"/>
              <a:gd name="connsiteY89" fmla="*/ 719564 h 952494"/>
              <a:gd name="connsiteX90" fmla="*/ 314242 w 952518"/>
              <a:gd name="connsiteY90" fmla="*/ 719564 h 952494"/>
              <a:gd name="connsiteX91" fmla="*/ 309528 w 952518"/>
              <a:gd name="connsiteY91" fmla="*/ 716944 h 952494"/>
              <a:gd name="connsiteX92" fmla="*/ 136459 w 952518"/>
              <a:gd name="connsiteY92" fmla="*/ 618313 h 952494"/>
              <a:gd name="connsiteX93" fmla="*/ 115504 w 952518"/>
              <a:gd name="connsiteY93" fmla="*/ 606407 h 952494"/>
              <a:gd name="connsiteX94" fmla="*/ 520173 w 952518"/>
              <a:gd name="connsiteY94" fmla="*/ 331658 h 952494"/>
              <a:gd name="connsiteX95" fmla="*/ 523983 w 952518"/>
              <a:gd name="connsiteY95" fmla="*/ 334182 h 952494"/>
              <a:gd name="connsiteX96" fmla="*/ 671097 w 952518"/>
              <a:gd name="connsiteY96" fmla="*/ 418097 h 952494"/>
              <a:gd name="connsiteX97" fmla="*/ 755012 w 952518"/>
              <a:gd name="connsiteY97" fmla="*/ 465913 h 952494"/>
              <a:gd name="connsiteX98" fmla="*/ 769299 w 952518"/>
              <a:gd name="connsiteY98" fmla="*/ 484011 h 952494"/>
              <a:gd name="connsiteX99" fmla="*/ 770824 w 952518"/>
              <a:gd name="connsiteY99" fmla="*/ 495679 h 952494"/>
              <a:gd name="connsiteX100" fmla="*/ 770824 w 952518"/>
              <a:gd name="connsiteY100" fmla="*/ 712373 h 952494"/>
              <a:gd name="connsiteX101" fmla="*/ 770824 w 952518"/>
              <a:gd name="connsiteY101" fmla="*/ 718468 h 952494"/>
              <a:gd name="connsiteX102" fmla="*/ 779729 w 952518"/>
              <a:gd name="connsiteY102" fmla="*/ 715134 h 952494"/>
              <a:gd name="connsiteX103" fmla="*/ 836308 w 952518"/>
              <a:gd name="connsiteY103" fmla="*/ 677225 h 952494"/>
              <a:gd name="connsiteX104" fmla="*/ 888886 w 952518"/>
              <a:gd name="connsiteY104" fmla="*/ 540874 h 952494"/>
              <a:gd name="connsiteX105" fmla="*/ 800066 w 952518"/>
              <a:gd name="connsiteY105" fmla="*/ 396714 h 952494"/>
              <a:gd name="connsiteX106" fmla="*/ 745201 w 952518"/>
              <a:gd name="connsiteY106" fmla="*/ 365330 h 952494"/>
              <a:gd name="connsiteX107" fmla="*/ 607994 w 952518"/>
              <a:gd name="connsiteY107" fmla="*/ 286985 h 952494"/>
              <a:gd name="connsiteX108" fmla="*/ 598183 w 952518"/>
              <a:gd name="connsiteY108" fmla="*/ 287128 h 952494"/>
              <a:gd name="connsiteX109" fmla="*/ 548986 w 952518"/>
              <a:gd name="connsiteY109" fmla="*/ 315179 h 952494"/>
              <a:gd name="connsiteX110" fmla="*/ 520173 w 952518"/>
              <a:gd name="connsiteY110" fmla="*/ 331657 h 952494"/>
              <a:gd name="connsiteX111" fmla="*/ 624566 w 952518"/>
              <a:gd name="connsiteY111" fmla="*/ 441910 h 952494"/>
              <a:gd name="connsiteX112" fmla="*/ 624566 w 952518"/>
              <a:gd name="connsiteY112" fmla="*/ 706847 h 952494"/>
              <a:gd name="connsiteX113" fmla="*/ 607898 w 952518"/>
              <a:gd name="connsiteY113" fmla="*/ 736661 h 952494"/>
              <a:gd name="connsiteX114" fmla="*/ 511982 w 952518"/>
              <a:gd name="connsiteY114" fmla="*/ 791287 h 952494"/>
              <a:gd name="connsiteX115" fmla="*/ 415636 w 952518"/>
              <a:gd name="connsiteY115" fmla="*/ 846246 h 952494"/>
              <a:gd name="connsiteX116" fmla="*/ 411017 w 952518"/>
              <a:gd name="connsiteY116" fmla="*/ 849437 h 952494"/>
              <a:gd name="connsiteX117" fmla="*/ 416541 w 952518"/>
              <a:gd name="connsiteY117" fmla="*/ 853961 h 952494"/>
              <a:gd name="connsiteX118" fmla="*/ 588705 w 952518"/>
              <a:gd name="connsiteY118" fmla="*/ 879727 h 952494"/>
              <a:gd name="connsiteX119" fmla="*/ 707862 w 952518"/>
              <a:gd name="connsiteY119" fmla="*/ 714800 h 952494"/>
              <a:gd name="connsiteX120" fmla="*/ 708005 w 952518"/>
              <a:gd name="connsiteY120" fmla="*/ 494535 h 952494"/>
              <a:gd name="connsiteX121" fmla="*/ 703148 w 952518"/>
              <a:gd name="connsiteY121" fmla="*/ 486010 h 952494"/>
              <a:gd name="connsiteX122" fmla="*/ 629519 w 952518"/>
              <a:gd name="connsiteY122" fmla="*/ 444147 h 952494"/>
              <a:gd name="connsiteX123" fmla="*/ 624566 w 952518"/>
              <a:gd name="connsiteY123" fmla="*/ 441909 h 952494"/>
              <a:gd name="connsiteX124" fmla="*/ 371392 w 952518"/>
              <a:gd name="connsiteY124" fmla="*/ 535969 h 952494"/>
              <a:gd name="connsiteX125" fmla="*/ 476167 w 952518"/>
              <a:gd name="connsiteY125" fmla="*/ 595643 h 952494"/>
              <a:gd name="connsiteX126" fmla="*/ 580371 w 952518"/>
              <a:gd name="connsiteY126" fmla="*/ 536255 h 952494"/>
              <a:gd name="connsiteX127" fmla="*/ 580752 w 952518"/>
              <a:gd name="connsiteY127" fmla="*/ 534493 h 952494"/>
              <a:gd name="connsiteX128" fmla="*/ 580895 w 952518"/>
              <a:gd name="connsiteY128" fmla="*/ 419955 h 952494"/>
              <a:gd name="connsiteX129" fmla="*/ 576895 w 952518"/>
              <a:gd name="connsiteY129" fmla="*/ 414144 h 952494"/>
              <a:gd name="connsiteX130" fmla="*/ 485168 w 952518"/>
              <a:gd name="connsiteY130" fmla="*/ 361947 h 952494"/>
              <a:gd name="connsiteX131" fmla="*/ 476120 w 952518"/>
              <a:gd name="connsiteY131" fmla="*/ 356947 h 952494"/>
              <a:gd name="connsiteX132" fmla="*/ 472453 w 952518"/>
              <a:gd name="connsiteY132" fmla="*/ 358947 h 952494"/>
              <a:gd name="connsiteX133" fmla="*/ 375489 w 952518"/>
              <a:gd name="connsiteY133" fmla="*/ 414002 h 952494"/>
              <a:gd name="connsiteX134" fmla="*/ 371297 w 952518"/>
              <a:gd name="connsiteY134" fmla="*/ 421527 h 952494"/>
              <a:gd name="connsiteX135" fmla="*/ 371297 w 952518"/>
              <a:gd name="connsiteY135" fmla="*/ 502441 h 952494"/>
              <a:gd name="connsiteX136" fmla="*/ 371345 w 952518"/>
              <a:gd name="connsiteY136" fmla="*/ 535969 h 952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52518" h="952494">
                <a:moveTo>
                  <a:pt x="901697" y="313989"/>
                </a:moveTo>
                <a:cubicBezTo>
                  <a:pt x="901746" y="337153"/>
                  <a:pt x="898311" y="360190"/>
                  <a:pt x="891506" y="382331"/>
                </a:cubicBezTo>
                <a:cubicBezTo>
                  <a:pt x="889839" y="387570"/>
                  <a:pt x="890315" y="391094"/>
                  <a:pt x="894125" y="395428"/>
                </a:cubicBezTo>
                <a:cubicBezTo>
                  <a:pt x="923275" y="428801"/>
                  <a:pt x="942368" y="469755"/>
                  <a:pt x="949177" y="513538"/>
                </a:cubicBezTo>
                <a:cubicBezTo>
                  <a:pt x="951466" y="526301"/>
                  <a:pt x="952563" y="539256"/>
                  <a:pt x="952517" y="552257"/>
                </a:cubicBezTo>
                <a:cubicBezTo>
                  <a:pt x="951893" y="601098"/>
                  <a:pt x="936443" y="648599"/>
                  <a:pt x="908222" y="688464"/>
                </a:cubicBezTo>
                <a:cubicBezTo>
                  <a:pt x="884959" y="721804"/>
                  <a:pt x="853544" y="748627"/>
                  <a:pt x="816971" y="766379"/>
                </a:cubicBezTo>
                <a:cubicBezTo>
                  <a:pt x="800340" y="774658"/>
                  <a:pt x="782742" y="780834"/>
                  <a:pt x="764584" y="784763"/>
                </a:cubicBezTo>
                <a:cubicBezTo>
                  <a:pt x="760695" y="785299"/>
                  <a:pt x="757505" y="788114"/>
                  <a:pt x="756489" y="791906"/>
                </a:cubicBezTo>
                <a:cubicBezTo>
                  <a:pt x="730390" y="861963"/>
                  <a:pt x="682194" y="910493"/>
                  <a:pt x="611709" y="937494"/>
                </a:cubicBezTo>
                <a:cubicBezTo>
                  <a:pt x="588733" y="946172"/>
                  <a:pt x="564521" y="951121"/>
                  <a:pt x="539985" y="952163"/>
                </a:cubicBezTo>
                <a:cubicBezTo>
                  <a:pt x="477120" y="955214"/>
                  <a:pt x="421209" y="937261"/>
                  <a:pt x="372345" y="898205"/>
                </a:cubicBezTo>
                <a:cubicBezTo>
                  <a:pt x="364439" y="891590"/>
                  <a:pt x="356888" y="884565"/>
                  <a:pt x="349723" y="877155"/>
                </a:cubicBezTo>
                <a:cubicBezTo>
                  <a:pt x="347154" y="874134"/>
                  <a:pt x="343088" y="872840"/>
                  <a:pt x="339245" y="873821"/>
                </a:cubicBezTo>
                <a:cubicBezTo>
                  <a:pt x="281619" y="883965"/>
                  <a:pt x="226660" y="876107"/>
                  <a:pt x="175653" y="847437"/>
                </a:cubicBezTo>
                <a:cubicBezTo>
                  <a:pt x="109122" y="810050"/>
                  <a:pt x="69069" y="753282"/>
                  <a:pt x="54305" y="679511"/>
                </a:cubicBezTo>
                <a:cubicBezTo>
                  <a:pt x="47272" y="643110"/>
                  <a:pt x="49416" y="605529"/>
                  <a:pt x="60544" y="570164"/>
                </a:cubicBezTo>
                <a:lnTo>
                  <a:pt x="61592" y="566830"/>
                </a:lnTo>
                <a:cubicBezTo>
                  <a:pt x="62701" y="564232"/>
                  <a:pt x="62052" y="561217"/>
                  <a:pt x="59973" y="559305"/>
                </a:cubicBezTo>
                <a:cubicBezTo>
                  <a:pt x="24959" y="519872"/>
                  <a:pt x="4065" y="469907"/>
                  <a:pt x="584" y="417288"/>
                </a:cubicBezTo>
                <a:cubicBezTo>
                  <a:pt x="-2510" y="373781"/>
                  <a:pt x="6734" y="330284"/>
                  <a:pt x="27254" y="291796"/>
                </a:cubicBezTo>
                <a:cubicBezTo>
                  <a:pt x="51084" y="245129"/>
                  <a:pt x="89680" y="207655"/>
                  <a:pt x="137030" y="185212"/>
                </a:cubicBezTo>
                <a:cubicBezTo>
                  <a:pt x="153165" y="177378"/>
                  <a:pt x="170176" y="171495"/>
                  <a:pt x="187703" y="167686"/>
                </a:cubicBezTo>
                <a:cubicBezTo>
                  <a:pt x="191656" y="167162"/>
                  <a:pt x="194847" y="164352"/>
                  <a:pt x="195847" y="160542"/>
                </a:cubicBezTo>
                <a:cubicBezTo>
                  <a:pt x="208673" y="123581"/>
                  <a:pt x="230604" y="90446"/>
                  <a:pt x="259617" y="64197"/>
                </a:cubicBezTo>
                <a:cubicBezTo>
                  <a:pt x="336545" y="-5580"/>
                  <a:pt x="448849" y="-19920"/>
                  <a:pt x="540842" y="28288"/>
                </a:cubicBezTo>
                <a:cubicBezTo>
                  <a:pt x="563512" y="40098"/>
                  <a:pt x="583895" y="55576"/>
                  <a:pt x="601231" y="74150"/>
                </a:cubicBezTo>
                <a:cubicBezTo>
                  <a:pt x="605279" y="78485"/>
                  <a:pt x="609089" y="79389"/>
                  <a:pt x="614852" y="78436"/>
                </a:cubicBezTo>
                <a:cubicBezTo>
                  <a:pt x="661443" y="69885"/>
                  <a:pt x="709518" y="75150"/>
                  <a:pt x="753155" y="93581"/>
                </a:cubicBezTo>
                <a:cubicBezTo>
                  <a:pt x="784307" y="106422"/>
                  <a:pt x="812349" y="125778"/>
                  <a:pt x="835403" y="150350"/>
                </a:cubicBezTo>
                <a:cubicBezTo>
                  <a:pt x="877554" y="194451"/>
                  <a:pt x="901268" y="252987"/>
                  <a:pt x="901697" y="313990"/>
                </a:cubicBezTo>
                <a:close/>
                <a:moveTo>
                  <a:pt x="541175" y="103344"/>
                </a:moveTo>
                <a:cubicBezTo>
                  <a:pt x="539603" y="101820"/>
                  <a:pt x="538556" y="100677"/>
                  <a:pt x="537365" y="99724"/>
                </a:cubicBezTo>
                <a:cubicBezTo>
                  <a:pt x="500302" y="70800"/>
                  <a:pt x="453419" y="57473"/>
                  <a:pt x="406683" y="62577"/>
                </a:cubicBezTo>
                <a:cubicBezTo>
                  <a:pt x="369469" y="65900"/>
                  <a:pt x="334308" y="81093"/>
                  <a:pt x="306384" y="105916"/>
                </a:cubicBezTo>
                <a:cubicBezTo>
                  <a:pt x="266046" y="141206"/>
                  <a:pt x="244805" y="185735"/>
                  <a:pt x="244329" y="238980"/>
                </a:cubicBezTo>
                <a:cubicBezTo>
                  <a:pt x="243710" y="311608"/>
                  <a:pt x="244233" y="384236"/>
                  <a:pt x="244091" y="456911"/>
                </a:cubicBezTo>
                <a:cubicBezTo>
                  <a:pt x="243662" y="461055"/>
                  <a:pt x="245996" y="465008"/>
                  <a:pt x="249806" y="466722"/>
                </a:cubicBezTo>
                <a:cubicBezTo>
                  <a:pt x="274095" y="480343"/>
                  <a:pt x="298193" y="494202"/>
                  <a:pt x="322387" y="507966"/>
                </a:cubicBezTo>
                <a:cubicBezTo>
                  <a:pt x="323816" y="508822"/>
                  <a:pt x="325434" y="509394"/>
                  <a:pt x="327720" y="510443"/>
                </a:cubicBezTo>
                <a:lnTo>
                  <a:pt x="327720" y="244503"/>
                </a:lnTo>
                <a:cubicBezTo>
                  <a:pt x="327720" y="231501"/>
                  <a:pt x="333197" y="221976"/>
                  <a:pt x="344580" y="215452"/>
                </a:cubicBezTo>
                <a:lnTo>
                  <a:pt x="534793" y="107154"/>
                </a:lnTo>
                <a:lnTo>
                  <a:pt x="541174" y="103296"/>
                </a:lnTo>
                <a:close/>
                <a:moveTo>
                  <a:pt x="181464" y="234169"/>
                </a:moveTo>
                <a:cubicBezTo>
                  <a:pt x="179369" y="234789"/>
                  <a:pt x="177939" y="235122"/>
                  <a:pt x="176464" y="235694"/>
                </a:cubicBezTo>
                <a:cubicBezTo>
                  <a:pt x="155778" y="243559"/>
                  <a:pt x="136844" y="255422"/>
                  <a:pt x="120742" y="270603"/>
                </a:cubicBezTo>
                <a:cubicBezTo>
                  <a:pt x="76927" y="312275"/>
                  <a:pt x="57258" y="363043"/>
                  <a:pt x="64449" y="422717"/>
                </a:cubicBezTo>
                <a:cubicBezTo>
                  <a:pt x="71593" y="481201"/>
                  <a:pt x="101549" y="526063"/>
                  <a:pt x="152889" y="556019"/>
                </a:cubicBezTo>
                <a:cubicBezTo>
                  <a:pt x="216278" y="592929"/>
                  <a:pt x="280333" y="628791"/>
                  <a:pt x="344008" y="665224"/>
                </a:cubicBezTo>
                <a:cubicBezTo>
                  <a:pt x="347129" y="667370"/>
                  <a:pt x="351260" y="667332"/>
                  <a:pt x="354342" y="665128"/>
                </a:cubicBezTo>
                <a:cubicBezTo>
                  <a:pt x="378298" y="651317"/>
                  <a:pt x="402302" y="637696"/>
                  <a:pt x="426352" y="624028"/>
                </a:cubicBezTo>
                <a:cubicBezTo>
                  <a:pt x="428114" y="623076"/>
                  <a:pt x="429638" y="621980"/>
                  <a:pt x="431686" y="620599"/>
                </a:cubicBezTo>
                <a:cubicBezTo>
                  <a:pt x="429923" y="619361"/>
                  <a:pt x="428638" y="618408"/>
                  <a:pt x="427305" y="617646"/>
                </a:cubicBezTo>
                <a:lnTo>
                  <a:pt x="261950" y="523349"/>
                </a:lnTo>
                <a:lnTo>
                  <a:pt x="197180" y="486439"/>
                </a:lnTo>
                <a:cubicBezTo>
                  <a:pt x="190762" y="483103"/>
                  <a:pt x="185919" y="477370"/>
                  <a:pt x="183701" y="470485"/>
                </a:cubicBezTo>
                <a:cubicBezTo>
                  <a:pt x="182259" y="465598"/>
                  <a:pt x="181522" y="460530"/>
                  <a:pt x="181511" y="455435"/>
                </a:cubicBezTo>
                <a:cubicBezTo>
                  <a:pt x="181367" y="384759"/>
                  <a:pt x="181367" y="314084"/>
                  <a:pt x="181511" y="243409"/>
                </a:cubicBezTo>
                <a:lnTo>
                  <a:pt x="181511" y="234169"/>
                </a:lnTo>
                <a:close/>
                <a:moveTo>
                  <a:pt x="836070" y="345135"/>
                </a:moveTo>
                <a:cubicBezTo>
                  <a:pt x="840073" y="324280"/>
                  <a:pt x="839960" y="302844"/>
                  <a:pt x="835736" y="282032"/>
                </a:cubicBezTo>
                <a:cubicBezTo>
                  <a:pt x="822877" y="220739"/>
                  <a:pt x="787778" y="176020"/>
                  <a:pt x="729437" y="151159"/>
                </a:cubicBezTo>
                <a:cubicBezTo>
                  <a:pt x="672811" y="127013"/>
                  <a:pt x="617042" y="131586"/>
                  <a:pt x="563464" y="162113"/>
                </a:cubicBezTo>
                <a:cubicBezTo>
                  <a:pt x="500953" y="197800"/>
                  <a:pt x="438406" y="233424"/>
                  <a:pt x="375822" y="268984"/>
                </a:cubicBezTo>
                <a:cubicBezTo>
                  <a:pt x="372900" y="270260"/>
                  <a:pt x="371091" y="273231"/>
                  <a:pt x="371297" y="276413"/>
                </a:cubicBezTo>
                <a:cubicBezTo>
                  <a:pt x="371488" y="304797"/>
                  <a:pt x="371392" y="333087"/>
                  <a:pt x="371392" y="361471"/>
                </a:cubicBezTo>
                <a:cubicBezTo>
                  <a:pt x="371392" y="362805"/>
                  <a:pt x="371630" y="364091"/>
                  <a:pt x="371868" y="366234"/>
                </a:cubicBezTo>
                <a:lnTo>
                  <a:pt x="382203" y="360375"/>
                </a:lnTo>
                <a:lnTo>
                  <a:pt x="548606" y="265602"/>
                </a:lnTo>
                <a:lnTo>
                  <a:pt x="605089" y="233408"/>
                </a:lnTo>
                <a:cubicBezTo>
                  <a:pt x="611098" y="229777"/>
                  <a:pt x="618092" y="228112"/>
                  <a:pt x="625092" y="228646"/>
                </a:cubicBezTo>
                <a:cubicBezTo>
                  <a:pt x="630649" y="229315"/>
                  <a:pt x="635986" y="231219"/>
                  <a:pt x="640712" y="234218"/>
                </a:cubicBezTo>
                <a:cubicBezTo>
                  <a:pt x="673336" y="252886"/>
                  <a:pt x="705959" y="271508"/>
                  <a:pt x="738630" y="290081"/>
                </a:cubicBezTo>
                <a:lnTo>
                  <a:pt x="831927" y="343231"/>
                </a:lnTo>
                <a:cubicBezTo>
                  <a:pt x="833269" y="343948"/>
                  <a:pt x="834653" y="344583"/>
                  <a:pt x="836071" y="345135"/>
                </a:cubicBezTo>
                <a:close/>
                <a:moveTo>
                  <a:pt x="115504" y="606407"/>
                </a:moveTo>
                <a:cubicBezTo>
                  <a:pt x="114741" y="616503"/>
                  <a:pt x="113837" y="625076"/>
                  <a:pt x="113599" y="633696"/>
                </a:cubicBezTo>
                <a:cubicBezTo>
                  <a:pt x="112299" y="665799"/>
                  <a:pt x="120410" y="697581"/>
                  <a:pt x="136935" y="725136"/>
                </a:cubicBezTo>
                <a:cubicBezTo>
                  <a:pt x="175273" y="788573"/>
                  <a:pt x="232661" y="818386"/>
                  <a:pt x="307098" y="815623"/>
                </a:cubicBezTo>
                <a:cubicBezTo>
                  <a:pt x="336245" y="814623"/>
                  <a:pt x="363296" y="805051"/>
                  <a:pt x="388490" y="790478"/>
                </a:cubicBezTo>
                <a:cubicBezTo>
                  <a:pt x="415827" y="774666"/>
                  <a:pt x="443354" y="759093"/>
                  <a:pt x="470834" y="743471"/>
                </a:cubicBezTo>
                <a:cubicBezTo>
                  <a:pt x="505885" y="723460"/>
                  <a:pt x="540969" y="703505"/>
                  <a:pt x="576085" y="683607"/>
                </a:cubicBezTo>
                <a:cubicBezTo>
                  <a:pt x="579309" y="682102"/>
                  <a:pt x="581222" y="678715"/>
                  <a:pt x="580847" y="675177"/>
                </a:cubicBezTo>
                <a:cubicBezTo>
                  <a:pt x="580704" y="647603"/>
                  <a:pt x="580800" y="620027"/>
                  <a:pt x="580752" y="592500"/>
                </a:cubicBezTo>
                <a:cubicBezTo>
                  <a:pt x="580752" y="590595"/>
                  <a:pt x="580562" y="588786"/>
                  <a:pt x="580418" y="586309"/>
                </a:cubicBezTo>
                <a:cubicBezTo>
                  <a:pt x="578180" y="587452"/>
                  <a:pt x="576608" y="588166"/>
                  <a:pt x="575085" y="589024"/>
                </a:cubicBezTo>
                <a:cubicBezTo>
                  <a:pt x="550368" y="603051"/>
                  <a:pt x="525683" y="617132"/>
                  <a:pt x="501028" y="631267"/>
                </a:cubicBezTo>
                <a:lnTo>
                  <a:pt x="395300" y="691512"/>
                </a:lnTo>
                <a:lnTo>
                  <a:pt x="346056" y="719564"/>
                </a:lnTo>
                <a:cubicBezTo>
                  <a:pt x="336289" y="725526"/>
                  <a:pt x="324009" y="725526"/>
                  <a:pt x="314242" y="719564"/>
                </a:cubicBezTo>
                <a:lnTo>
                  <a:pt x="309528" y="716944"/>
                </a:lnTo>
                <a:lnTo>
                  <a:pt x="136459" y="618313"/>
                </a:lnTo>
                <a:cubicBezTo>
                  <a:pt x="129933" y="614503"/>
                  <a:pt x="123408" y="610883"/>
                  <a:pt x="115504" y="606407"/>
                </a:cubicBezTo>
                <a:close/>
                <a:moveTo>
                  <a:pt x="520173" y="331658"/>
                </a:moveTo>
                <a:cubicBezTo>
                  <a:pt x="522078" y="332896"/>
                  <a:pt x="522982" y="333658"/>
                  <a:pt x="523983" y="334182"/>
                </a:cubicBezTo>
                <a:cubicBezTo>
                  <a:pt x="573037" y="362233"/>
                  <a:pt x="622090" y="390189"/>
                  <a:pt x="671097" y="418097"/>
                </a:cubicBezTo>
                <a:lnTo>
                  <a:pt x="755012" y="465913"/>
                </a:lnTo>
                <a:cubicBezTo>
                  <a:pt x="762109" y="469723"/>
                  <a:pt x="767299" y="476295"/>
                  <a:pt x="769299" y="484011"/>
                </a:cubicBezTo>
                <a:cubicBezTo>
                  <a:pt x="770352" y="487810"/>
                  <a:pt x="770865" y="491737"/>
                  <a:pt x="770824" y="495679"/>
                </a:cubicBezTo>
                <a:cubicBezTo>
                  <a:pt x="770918" y="567878"/>
                  <a:pt x="770918" y="640126"/>
                  <a:pt x="770824" y="712373"/>
                </a:cubicBezTo>
                <a:lnTo>
                  <a:pt x="770824" y="718468"/>
                </a:lnTo>
                <a:cubicBezTo>
                  <a:pt x="774205" y="717230"/>
                  <a:pt x="777015" y="716277"/>
                  <a:pt x="779729" y="715134"/>
                </a:cubicBezTo>
                <a:cubicBezTo>
                  <a:pt x="800970" y="706324"/>
                  <a:pt x="820210" y="693465"/>
                  <a:pt x="836308" y="677225"/>
                </a:cubicBezTo>
                <a:cubicBezTo>
                  <a:pt x="873836" y="639316"/>
                  <a:pt x="892314" y="593881"/>
                  <a:pt x="888886" y="540874"/>
                </a:cubicBezTo>
                <a:cubicBezTo>
                  <a:pt x="884742" y="477819"/>
                  <a:pt x="854596" y="429718"/>
                  <a:pt x="800066" y="396714"/>
                </a:cubicBezTo>
                <a:cubicBezTo>
                  <a:pt x="782063" y="385807"/>
                  <a:pt x="763538" y="375664"/>
                  <a:pt x="745201" y="365330"/>
                </a:cubicBezTo>
                <a:lnTo>
                  <a:pt x="607994" y="286985"/>
                </a:lnTo>
                <a:cubicBezTo>
                  <a:pt x="605017" y="284971"/>
                  <a:pt x="601100" y="285028"/>
                  <a:pt x="598183" y="287128"/>
                </a:cubicBezTo>
                <a:cubicBezTo>
                  <a:pt x="581847" y="296653"/>
                  <a:pt x="565369" y="305892"/>
                  <a:pt x="548986" y="315179"/>
                </a:cubicBezTo>
                <a:lnTo>
                  <a:pt x="520173" y="331657"/>
                </a:lnTo>
                <a:close/>
                <a:moveTo>
                  <a:pt x="624566" y="441910"/>
                </a:moveTo>
                <a:lnTo>
                  <a:pt x="624566" y="706847"/>
                </a:lnTo>
                <a:cubicBezTo>
                  <a:pt x="624566" y="720040"/>
                  <a:pt x="619614" y="730089"/>
                  <a:pt x="607898" y="736661"/>
                </a:cubicBezTo>
                <a:lnTo>
                  <a:pt x="511982" y="791287"/>
                </a:lnTo>
                <a:lnTo>
                  <a:pt x="415636" y="846246"/>
                </a:lnTo>
                <a:cubicBezTo>
                  <a:pt x="414207" y="847056"/>
                  <a:pt x="412873" y="848151"/>
                  <a:pt x="411017" y="849437"/>
                </a:cubicBezTo>
                <a:cubicBezTo>
                  <a:pt x="413207" y="851199"/>
                  <a:pt x="414827" y="852676"/>
                  <a:pt x="416541" y="853961"/>
                </a:cubicBezTo>
                <a:cubicBezTo>
                  <a:pt x="469405" y="891919"/>
                  <a:pt x="527031" y="901253"/>
                  <a:pt x="588705" y="879727"/>
                </a:cubicBezTo>
                <a:cubicBezTo>
                  <a:pt x="659119" y="855231"/>
                  <a:pt x="706721" y="789345"/>
                  <a:pt x="707862" y="714800"/>
                </a:cubicBezTo>
                <a:cubicBezTo>
                  <a:pt x="708243" y="641363"/>
                  <a:pt x="707862" y="567925"/>
                  <a:pt x="708005" y="494535"/>
                </a:cubicBezTo>
                <a:cubicBezTo>
                  <a:pt x="708362" y="490950"/>
                  <a:pt x="706414" y="487530"/>
                  <a:pt x="703148" y="486010"/>
                </a:cubicBezTo>
                <a:cubicBezTo>
                  <a:pt x="678526" y="472198"/>
                  <a:pt x="654094" y="458149"/>
                  <a:pt x="629519" y="444147"/>
                </a:cubicBezTo>
                <a:cubicBezTo>
                  <a:pt x="628424" y="443480"/>
                  <a:pt x="627137" y="443100"/>
                  <a:pt x="624566" y="441909"/>
                </a:cubicBezTo>
                <a:close/>
                <a:moveTo>
                  <a:pt x="371392" y="535969"/>
                </a:moveTo>
                <a:lnTo>
                  <a:pt x="476167" y="595643"/>
                </a:lnTo>
                <a:lnTo>
                  <a:pt x="580371" y="536255"/>
                </a:lnTo>
                <a:cubicBezTo>
                  <a:pt x="580542" y="535678"/>
                  <a:pt x="580670" y="535089"/>
                  <a:pt x="580752" y="534493"/>
                </a:cubicBezTo>
                <a:cubicBezTo>
                  <a:pt x="580752" y="496345"/>
                  <a:pt x="580752" y="458150"/>
                  <a:pt x="580895" y="419955"/>
                </a:cubicBezTo>
                <a:cubicBezTo>
                  <a:pt x="580895" y="416811"/>
                  <a:pt x="579323" y="415526"/>
                  <a:pt x="576895" y="414144"/>
                </a:cubicBezTo>
                <a:cubicBezTo>
                  <a:pt x="546296" y="396787"/>
                  <a:pt x="515720" y="379388"/>
                  <a:pt x="485168" y="361947"/>
                </a:cubicBezTo>
                <a:lnTo>
                  <a:pt x="476120" y="356947"/>
                </a:lnTo>
                <a:lnTo>
                  <a:pt x="472453" y="358947"/>
                </a:lnTo>
                <a:lnTo>
                  <a:pt x="375489" y="414002"/>
                </a:lnTo>
                <a:cubicBezTo>
                  <a:pt x="372621" y="415351"/>
                  <a:pt x="370935" y="418379"/>
                  <a:pt x="371297" y="421527"/>
                </a:cubicBezTo>
                <a:cubicBezTo>
                  <a:pt x="371440" y="448482"/>
                  <a:pt x="371297" y="475438"/>
                  <a:pt x="371297" y="502441"/>
                </a:cubicBezTo>
                <a:lnTo>
                  <a:pt x="371345" y="535969"/>
                </a:lnTo>
                <a:close/>
              </a:path>
            </a:pathLst>
          </a:custGeom>
          <a:solidFill>
            <a:srgbClr val="000000"/>
          </a:solidFill>
          <a:ln w="9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79FC56F-07B9-900D-2ED1-D9C328E4836B}"/>
              </a:ext>
            </a:extLst>
          </p:cNvPr>
          <p:cNvSpPr txBox="1"/>
          <p:nvPr/>
        </p:nvSpPr>
        <p:spPr>
          <a:xfrm>
            <a:off x="5751133" y="458903"/>
            <a:ext cx="2351467" cy="738664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1: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conversation, find the window relate to current  text…… 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8D30A506-4263-A2A3-AF06-8DC02D5D179C}"/>
              </a:ext>
            </a:extLst>
          </p:cNvPr>
          <p:cNvCxnSpPr>
            <a:cxnSpLocks/>
            <a:stCxn id="110" idx="2"/>
          </p:cNvCxnSpPr>
          <p:nvPr/>
        </p:nvCxnSpPr>
        <p:spPr>
          <a:xfrm rot="5400000">
            <a:off x="5722021" y="1233779"/>
            <a:ext cx="1241059" cy="1168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FF26BD58-640B-54DB-60A9-AD4998AB959E}"/>
              </a:ext>
            </a:extLst>
          </p:cNvPr>
          <p:cNvSpPr/>
          <p:nvPr/>
        </p:nvSpPr>
        <p:spPr>
          <a:xfrm>
            <a:off x="2573953" y="1568873"/>
            <a:ext cx="3108105" cy="4090254"/>
          </a:xfrm>
          <a:prstGeom prst="roundRect">
            <a:avLst/>
          </a:prstGeom>
          <a:noFill/>
          <a:ln w="25400"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8084674-D49B-AD12-92F5-A87D8C6FDA09}"/>
              </a:ext>
            </a:extLst>
          </p:cNvPr>
          <p:cNvSpPr txBox="1"/>
          <p:nvPr/>
        </p:nvSpPr>
        <p:spPr>
          <a:xfrm>
            <a:off x="5679282" y="1980103"/>
            <a:ext cx="13328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Window Select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E1251F7-7481-BEB6-7EC7-F7FC0F1E7CCA}"/>
              </a:ext>
            </a:extLst>
          </p:cNvPr>
          <p:cNvSpPr txBox="1"/>
          <p:nvPr/>
        </p:nvSpPr>
        <p:spPr>
          <a:xfrm>
            <a:off x="5613569" y="65648"/>
            <a:ext cx="2351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Window Selector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68E0F614-3AF3-EA08-99FF-B1A1567CDF47}"/>
              </a:ext>
            </a:extLst>
          </p:cNvPr>
          <p:cNvCxnSpPr>
            <a:cxnSpLocks/>
          </p:cNvCxnSpPr>
          <p:nvPr/>
        </p:nvCxnSpPr>
        <p:spPr>
          <a:xfrm>
            <a:off x="5737433" y="3429000"/>
            <a:ext cx="3924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CDD26EF3-3E74-E90E-7D65-937A5C3578DF}"/>
              </a:ext>
            </a:extLst>
          </p:cNvPr>
          <p:cNvGrpSpPr/>
          <p:nvPr/>
        </p:nvGrpSpPr>
        <p:grpSpPr>
          <a:xfrm>
            <a:off x="6237919" y="2662245"/>
            <a:ext cx="2465443" cy="1267838"/>
            <a:chOff x="6886556" y="2764477"/>
            <a:chExt cx="2465443" cy="1267838"/>
          </a:xfrm>
        </p:grpSpPr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8786C572-4FEB-F293-DA19-A8CEBCF76F47}"/>
                </a:ext>
              </a:extLst>
            </p:cNvPr>
            <p:cNvSpPr txBox="1"/>
            <p:nvPr/>
          </p:nvSpPr>
          <p:spPr>
            <a:xfrm>
              <a:off x="7272091" y="2764477"/>
              <a:ext cx="2079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Window Refiner</a:t>
              </a:r>
              <a:endParaRPr lang="zh-CN" altLang="en-US" sz="1400" b="1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34764F7C-3FDC-04F8-619B-E04E5AE657DA}"/>
                </a:ext>
              </a:extLst>
            </p:cNvPr>
            <p:cNvSpPr txBox="1"/>
            <p:nvPr/>
          </p:nvSpPr>
          <p:spPr>
            <a:xfrm>
              <a:off x="6944192" y="3194970"/>
              <a:ext cx="22352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 1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:Pair Construct</a:t>
              </a: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A4B9F4CE-4C6F-5422-4A19-09D005B58842}"/>
                </a:ext>
              </a:extLst>
            </p:cNvPr>
            <p:cNvSpPr txBox="1"/>
            <p:nvPr/>
          </p:nvSpPr>
          <p:spPr>
            <a:xfrm>
              <a:off x="6944192" y="3465509"/>
              <a:ext cx="22352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/>
                <a:t>Step 2: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Caculate</a:t>
              </a:r>
              <a:r>
                <a:rPr lang="en-US" altLang="zh-CN" sz="1400" dirty="0"/>
                <a:t> Sim Score</a:t>
              </a: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8C6AE4BD-9C0D-7584-F594-6E1AEEDC195B}"/>
                </a:ext>
              </a:extLst>
            </p:cNvPr>
            <p:cNvSpPr txBox="1"/>
            <p:nvPr/>
          </p:nvSpPr>
          <p:spPr>
            <a:xfrm>
              <a:off x="6944192" y="3724538"/>
              <a:ext cx="22352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 3: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 Conversation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图形 149">
              <a:extLst>
                <a:ext uri="{FF2B5EF4-FFF2-40B4-BE49-F238E27FC236}">
                  <a16:creationId xmlns:a16="http://schemas.microsoft.com/office/drawing/2014/main" id="{A9061B55-DAA1-3F4D-2262-DD6691C30124}"/>
                </a:ext>
              </a:extLst>
            </p:cNvPr>
            <p:cNvSpPr/>
            <p:nvPr/>
          </p:nvSpPr>
          <p:spPr>
            <a:xfrm>
              <a:off x="6886556" y="2764477"/>
              <a:ext cx="385535" cy="309494"/>
            </a:xfrm>
            <a:custGeom>
              <a:avLst/>
              <a:gdLst>
                <a:gd name="connsiteX0" fmla="*/ 303893 w 385535"/>
                <a:gd name="connsiteY0" fmla="*/ 175759 h 309494"/>
                <a:gd name="connsiteX1" fmla="*/ 358332 w 385535"/>
                <a:gd name="connsiteY1" fmla="*/ 230177 h 309494"/>
                <a:gd name="connsiteX2" fmla="*/ 350928 w 385535"/>
                <a:gd name="connsiteY2" fmla="*/ 257595 h 309494"/>
                <a:gd name="connsiteX3" fmla="*/ 383585 w 385535"/>
                <a:gd name="connsiteY3" fmla="*/ 290252 h 309494"/>
                <a:gd name="connsiteX4" fmla="*/ 364343 w 385535"/>
                <a:gd name="connsiteY4" fmla="*/ 309494 h 309494"/>
                <a:gd name="connsiteX5" fmla="*/ 331776 w 385535"/>
                <a:gd name="connsiteY5" fmla="*/ 276939 h 309494"/>
                <a:gd name="connsiteX6" fmla="*/ 257154 w 385535"/>
                <a:gd name="connsiteY6" fmla="*/ 258057 h 309494"/>
                <a:gd name="connsiteX7" fmla="*/ 276036 w 385535"/>
                <a:gd name="connsiteY7" fmla="*/ 183436 h 309494"/>
                <a:gd name="connsiteX8" fmla="*/ 303893 w 385535"/>
                <a:gd name="connsiteY8" fmla="*/ 175759 h 309494"/>
                <a:gd name="connsiteX9" fmla="*/ 351518 w 385535"/>
                <a:gd name="connsiteY9" fmla="*/ 0 h 309494"/>
                <a:gd name="connsiteX10" fmla="*/ 385536 w 385535"/>
                <a:gd name="connsiteY10" fmla="*/ 34018 h 309494"/>
                <a:gd name="connsiteX11" fmla="*/ 385536 w 385535"/>
                <a:gd name="connsiteY11" fmla="*/ 153080 h 309494"/>
                <a:gd name="connsiteX12" fmla="*/ 351518 w 385535"/>
                <a:gd name="connsiteY12" fmla="*/ 153080 h 309494"/>
                <a:gd name="connsiteX13" fmla="*/ 351518 w 385535"/>
                <a:gd name="connsiteY13" fmla="*/ 124732 h 309494"/>
                <a:gd name="connsiteX14" fmla="*/ 34018 w 385535"/>
                <a:gd name="connsiteY14" fmla="*/ 124732 h 309494"/>
                <a:gd name="connsiteX15" fmla="*/ 34018 w 385535"/>
                <a:gd name="connsiteY15" fmla="*/ 181429 h 309494"/>
                <a:gd name="connsiteX16" fmla="*/ 226786 w 385535"/>
                <a:gd name="connsiteY16" fmla="*/ 181429 h 309494"/>
                <a:gd name="connsiteX17" fmla="*/ 226786 w 385535"/>
                <a:gd name="connsiteY17" fmla="*/ 215446 h 309494"/>
                <a:gd name="connsiteX18" fmla="*/ 34018 w 385535"/>
                <a:gd name="connsiteY18" fmla="*/ 215446 h 309494"/>
                <a:gd name="connsiteX19" fmla="*/ 34018 w 385535"/>
                <a:gd name="connsiteY19" fmla="*/ 272143 h 309494"/>
                <a:gd name="connsiteX20" fmla="*/ 226786 w 385535"/>
                <a:gd name="connsiteY20" fmla="*/ 272143 h 309494"/>
                <a:gd name="connsiteX21" fmla="*/ 226786 w 385535"/>
                <a:gd name="connsiteY21" fmla="*/ 306161 h 309494"/>
                <a:gd name="connsiteX22" fmla="*/ 34018 w 385535"/>
                <a:gd name="connsiteY22" fmla="*/ 306161 h 309494"/>
                <a:gd name="connsiteX23" fmla="*/ 0 w 385535"/>
                <a:gd name="connsiteY23" fmla="*/ 272143 h 309494"/>
                <a:gd name="connsiteX24" fmla="*/ 0 w 385535"/>
                <a:gd name="connsiteY24" fmla="*/ 34018 h 309494"/>
                <a:gd name="connsiteX25" fmla="*/ 34018 w 385535"/>
                <a:gd name="connsiteY25" fmla="*/ 0 h 309494"/>
                <a:gd name="connsiteX26" fmla="*/ 351518 w 385535"/>
                <a:gd name="connsiteY26" fmla="*/ 0 h 309494"/>
                <a:gd name="connsiteX27" fmla="*/ 73705 w 385535"/>
                <a:gd name="connsiteY27" fmla="*/ 232455 h 309494"/>
                <a:gd name="connsiteX28" fmla="*/ 73705 w 385535"/>
                <a:gd name="connsiteY28" fmla="*/ 255134 h 309494"/>
                <a:gd name="connsiteX29" fmla="*/ 51027 w 385535"/>
                <a:gd name="connsiteY29" fmla="*/ 255134 h 309494"/>
                <a:gd name="connsiteX30" fmla="*/ 51027 w 385535"/>
                <a:gd name="connsiteY30" fmla="*/ 232455 h 309494"/>
                <a:gd name="connsiteX31" fmla="*/ 73705 w 385535"/>
                <a:gd name="connsiteY31" fmla="*/ 232455 h 309494"/>
                <a:gd name="connsiteX32" fmla="*/ 119063 w 385535"/>
                <a:gd name="connsiteY32" fmla="*/ 232455 h 309494"/>
                <a:gd name="connsiteX33" fmla="*/ 119063 w 385535"/>
                <a:gd name="connsiteY33" fmla="*/ 255134 h 309494"/>
                <a:gd name="connsiteX34" fmla="*/ 96384 w 385535"/>
                <a:gd name="connsiteY34" fmla="*/ 255134 h 309494"/>
                <a:gd name="connsiteX35" fmla="*/ 96384 w 385535"/>
                <a:gd name="connsiteY35" fmla="*/ 232455 h 309494"/>
                <a:gd name="connsiteX36" fmla="*/ 119063 w 385535"/>
                <a:gd name="connsiteY36" fmla="*/ 232455 h 309494"/>
                <a:gd name="connsiteX37" fmla="*/ 303893 w 385535"/>
                <a:gd name="connsiteY37" fmla="*/ 209777 h 309494"/>
                <a:gd name="connsiteX38" fmla="*/ 283482 w 385535"/>
                <a:gd name="connsiteY38" fmla="*/ 230188 h 309494"/>
                <a:gd name="connsiteX39" fmla="*/ 303893 w 385535"/>
                <a:gd name="connsiteY39" fmla="*/ 250598 h 309494"/>
                <a:gd name="connsiteX40" fmla="*/ 324304 w 385535"/>
                <a:gd name="connsiteY40" fmla="*/ 230188 h 309494"/>
                <a:gd name="connsiteX41" fmla="*/ 303893 w 385535"/>
                <a:gd name="connsiteY41" fmla="*/ 209777 h 309494"/>
                <a:gd name="connsiteX42" fmla="*/ 73705 w 385535"/>
                <a:gd name="connsiteY42" fmla="*/ 141741 h 309494"/>
                <a:gd name="connsiteX43" fmla="*/ 73705 w 385535"/>
                <a:gd name="connsiteY43" fmla="*/ 164420 h 309494"/>
                <a:gd name="connsiteX44" fmla="*/ 51027 w 385535"/>
                <a:gd name="connsiteY44" fmla="*/ 164420 h 309494"/>
                <a:gd name="connsiteX45" fmla="*/ 51027 w 385535"/>
                <a:gd name="connsiteY45" fmla="*/ 141741 h 309494"/>
                <a:gd name="connsiteX46" fmla="*/ 73705 w 385535"/>
                <a:gd name="connsiteY46" fmla="*/ 141741 h 309494"/>
                <a:gd name="connsiteX47" fmla="*/ 119063 w 385535"/>
                <a:gd name="connsiteY47" fmla="*/ 141741 h 309494"/>
                <a:gd name="connsiteX48" fmla="*/ 119063 w 385535"/>
                <a:gd name="connsiteY48" fmla="*/ 164420 h 309494"/>
                <a:gd name="connsiteX49" fmla="*/ 96384 w 385535"/>
                <a:gd name="connsiteY49" fmla="*/ 164420 h 309494"/>
                <a:gd name="connsiteX50" fmla="*/ 96384 w 385535"/>
                <a:gd name="connsiteY50" fmla="*/ 141741 h 309494"/>
                <a:gd name="connsiteX51" fmla="*/ 119063 w 385535"/>
                <a:gd name="connsiteY51" fmla="*/ 141741 h 309494"/>
                <a:gd name="connsiteX52" fmla="*/ 351518 w 385535"/>
                <a:gd name="connsiteY52" fmla="*/ 34018 h 309494"/>
                <a:gd name="connsiteX53" fmla="*/ 34018 w 385535"/>
                <a:gd name="connsiteY53" fmla="*/ 34018 h 309494"/>
                <a:gd name="connsiteX54" fmla="*/ 34018 w 385535"/>
                <a:gd name="connsiteY54" fmla="*/ 90714 h 309494"/>
                <a:gd name="connsiteX55" fmla="*/ 351518 w 385535"/>
                <a:gd name="connsiteY55" fmla="*/ 90714 h 309494"/>
                <a:gd name="connsiteX56" fmla="*/ 351518 w 385535"/>
                <a:gd name="connsiteY56" fmla="*/ 34018 h 309494"/>
                <a:gd name="connsiteX57" fmla="*/ 73705 w 385535"/>
                <a:gd name="connsiteY57" fmla="*/ 51027 h 309494"/>
                <a:gd name="connsiteX58" fmla="*/ 73705 w 385535"/>
                <a:gd name="connsiteY58" fmla="*/ 73705 h 309494"/>
                <a:gd name="connsiteX59" fmla="*/ 51027 w 385535"/>
                <a:gd name="connsiteY59" fmla="*/ 73705 h 309494"/>
                <a:gd name="connsiteX60" fmla="*/ 51027 w 385535"/>
                <a:gd name="connsiteY60" fmla="*/ 51027 h 309494"/>
                <a:gd name="connsiteX61" fmla="*/ 73705 w 385535"/>
                <a:gd name="connsiteY61" fmla="*/ 51027 h 309494"/>
                <a:gd name="connsiteX62" fmla="*/ 119063 w 385535"/>
                <a:gd name="connsiteY62" fmla="*/ 51027 h 309494"/>
                <a:gd name="connsiteX63" fmla="*/ 119063 w 385535"/>
                <a:gd name="connsiteY63" fmla="*/ 73705 h 309494"/>
                <a:gd name="connsiteX64" fmla="*/ 96384 w 385535"/>
                <a:gd name="connsiteY64" fmla="*/ 73705 h 309494"/>
                <a:gd name="connsiteX65" fmla="*/ 96384 w 385535"/>
                <a:gd name="connsiteY65" fmla="*/ 51027 h 309494"/>
                <a:gd name="connsiteX66" fmla="*/ 119063 w 385535"/>
                <a:gd name="connsiteY66" fmla="*/ 51027 h 30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85535" h="309494">
                  <a:moveTo>
                    <a:pt x="303893" y="175759"/>
                  </a:moveTo>
                  <a:cubicBezTo>
                    <a:pt x="333953" y="175753"/>
                    <a:pt x="358326" y="200117"/>
                    <a:pt x="358332" y="230177"/>
                  </a:cubicBezTo>
                  <a:cubicBezTo>
                    <a:pt x="358334" y="239810"/>
                    <a:pt x="355779" y="249272"/>
                    <a:pt x="350928" y="257595"/>
                  </a:cubicBezTo>
                  <a:lnTo>
                    <a:pt x="383585" y="290252"/>
                  </a:lnTo>
                  <a:lnTo>
                    <a:pt x="364343" y="309494"/>
                  </a:lnTo>
                  <a:lnTo>
                    <a:pt x="331776" y="276939"/>
                  </a:lnTo>
                  <a:cubicBezTo>
                    <a:pt x="305956" y="292332"/>
                    <a:pt x="272547" y="283878"/>
                    <a:pt x="257154" y="258057"/>
                  </a:cubicBezTo>
                  <a:cubicBezTo>
                    <a:pt x="241762" y="232237"/>
                    <a:pt x="250216" y="198828"/>
                    <a:pt x="276036" y="183436"/>
                  </a:cubicBezTo>
                  <a:cubicBezTo>
                    <a:pt x="284461" y="178414"/>
                    <a:pt x="294085" y="175761"/>
                    <a:pt x="303893" y="175759"/>
                  </a:cubicBezTo>
                  <a:close/>
                  <a:moveTo>
                    <a:pt x="351518" y="0"/>
                  </a:moveTo>
                  <a:cubicBezTo>
                    <a:pt x="370305" y="0"/>
                    <a:pt x="385536" y="15230"/>
                    <a:pt x="385536" y="34018"/>
                  </a:cubicBezTo>
                  <a:lnTo>
                    <a:pt x="385536" y="153080"/>
                  </a:lnTo>
                  <a:lnTo>
                    <a:pt x="351518" y="153080"/>
                  </a:lnTo>
                  <a:lnTo>
                    <a:pt x="351518" y="124732"/>
                  </a:lnTo>
                  <a:lnTo>
                    <a:pt x="34018" y="124732"/>
                  </a:lnTo>
                  <a:lnTo>
                    <a:pt x="34018" y="181429"/>
                  </a:lnTo>
                  <a:lnTo>
                    <a:pt x="226786" y="181429"/>
                  </a:lnTo>
                  <a:lnTo>
                    <a:pt x="226786" y="215446"/>
                  </a:lnTo>
                  <a:lnTo>
                    <a:pt x="34018" y="215446"/>
                  </a:lnTo>
                  <a:lnTo>
                    <a:pt x="34018" y="272143"/>
                  </a:lnTo>
                  <a:lnTo>
                    <a:pt x="226786" y="272143"/>
                  </a:lnTo>
                  <a:lnTo>
                    <a:pt x="226786" y="306161"/>
                  </a:lnTo>
                  <a:lnTo>
                    <a:pt x="34018" y="306161"/>
                  </a:lnTo>
                  <a:cubicBezTo>
                    <a:pt x="15230" y="306161"/>
                    <a:pt x="0" y="290930"/>
                    <a:pt x="0" y="272143"/>
                  </a:cubicBezTo>
                  <a:lnTo>
                    <a:pt x="0" y="34018"/>
                  </a:lnTo>
                  <a:cubicBezTo>
                    <a:pt x="0" y="15230"/>
                    <a:pt x="15230" y="0"/>
                    <a:pt x="34018" y="0"/>
                  </a:cubicBezTo>
                  <a:lnTo>
                    <a:pt x="351518" y="0"/>
                  </a:lnTo>
                  <a:close/>
                  <a:moveTo>
                    <a:pt x="73705" y="232455"/>
                  </a:moveTo>
                  <a:lnTo>
                    <a:pt x="73705" y="255134"/>
                  </a:lnTo>
                  <a:lnTo>
                    <a:pt x="51027" y="255134"/>
                  </a:lnTo>
                  <a:lnTo>
                    <a:pt x="51027" y="232455"/>
                  </a:lnTo>
                  <a:lnTo>
                    <a:pt x="73705" y="232455"/>
                  </a:lnTo>
                  <a:close/>
                  <a:moveTo>
                    <a:pt x="119063" y="232455"/>
                  </a:moveTo>
                  <a:lnTo>
                    <a:pt x="119063" y="255134"/>
                  </a:lnTo>
                  <a:lnTo>
                    <a:pt x="96384" y="255134"/>
                  </a:lnTo>
                  <a:lnTo>
                    <a:pt x="96384" y="232455"/>
                  </a:lnTo>
                  <a:lnTo>
                    <a:pt x="119063" y="232455"/>
                  </a:lnTo>
                  <a:close/>
                  <a:moveTo>
                    <a:pt x="303893" y="209777"/>
                  </a:moveTo>
                  <a:cubicBezTo>
                    <a:pt x="292620" y="209777"/>
                    <a:pt x="283482" y="218915"/>
                    <a:pt x="283482" y="230188"/>
                  </a:cubicBezTo>
                  <a:cubicBezTo>
                    <a:pt x="283482" y="241460"/>
                    <a:pt x="292620" y="250598"/>
                    <a:pt x="303893" y="250598"/>
                  </a:cubicBezTo>
                  <a:cubicBezTo>
                    <a:pt x="315165" y="250598"/>
                    <a:pt x="324304" y="241460"/>
                    <a:pt x="324304" y="230188"/>
                  </a:cubicBezTo>
                  <a:cubicBezTo>
                    <a:pt x="324304" y="218915"/>
                    <a:pt x="315165" y="209777"/>
                    <a:pt x="303893" y="209777"/>
                  </a:cubicBezTo>
                  <a:close/>
                  <a:moveTo>
                    <a:pt x="73705" y="141741"/>
                  </a:moveTo>
                  <a:lnTo>
                    <a:pt x="73705" y="164420"/>
                  </a:lnTo>
                  <a:lnTo>
                    <a:pt x="51027" y="164420"/>
                  </a:lnTo>
                  <a:lnTo>
                    <a:pt x="51027" y="141741"/>
                  </a:lnTo>
                  <a:lnTo>
                    <a:pt x="73705" y="141741"/>
                  </a:lnTo>
                  <a:close/>
                  <a:moveTo>
                    <a:pt x="119063" y="141741"/>
                  </a:moveTo>
                  <a:lnTo>
                    <a:pt x="119063" y="164420"/>
                  </a:lnTo>
                  <a:lnTo>
                    <a:pt x="96384" y="164420"/>
                  </a:lnTo>
                  <a:lnTo>
                    <a:pt x="96384" y="141741"/>
                  </a:lnTo>
                  <a:lnTo>
                    <a:pt x="119063" y="141741"/>
                  </a:lnTo>
                  <a:close/>
                  <a:moveTo>
                    <a:pt x="351518" y="34018"/>
                  </a:moveTo>
                  <a:lnTo>
                    <a:pt x="34018" y="34018"/>
                  </a:lnTo>
                  <a:lnTo>
                    <a:pt x="34018" y="90714"/>
                  </a:lnTo>
                  <a:lnTo>
                    <a:pt x="351518" y="90714"/>
                  </a:lnTo>
                  <a:lnTo>
                    <a:pt x="351518" y="34018"/>
                  </a:lnTo>
                  <a:close/>
                  <a:moveTo>
                    <a:pt x="73705" y="51027"/>
                  </a:moveTo>
                  <a:lnTo>
                    <a:pt x="73705" y="73705"/>
                  </a:lnTo>
                  <a:lnTo>
                    <a:pt x="51027" y="73705"/>
                  </a:lnTo>
                  <a:lnTo>
                    <a:pt x="51027" y="51027"/>
                  </a:lnTo>
                  <a:lnTo>
                    <a:pt x="73705" y="51027"/>
                  </a:lnTo>
                  <a:close/>
                  <a:moveTo>
                    <a:pt x="119063" y="51027"/>
                  </a:moveTo>
                  <a:lnTo>
                    <a:pt x="119063" y="73705"/>
                  </a:lnTo>
                  <a:lnTo>
                    <a:pt x="96384" y="73705"/>
                  </a:lnTo>
                  <a:lnTo>
                    <a:pt x="96384" y="51027"/>
                  </a:lnTo>
                  <a:lnTo>
                    <a:pt x="119063" y="51027"/>
                  </a:lnTo>
                  <a:close/>
                </a:path>
              </a:pathLst>
            </a:custGeom>
            <a:solidFill>
              <a:srgbClr val="000000"/>
            </a:solidFill>
            <a:ln w="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54" name="文本框 153">
            <a:extLst>
              <a:ext uri="{FF2B5EF4-FFF2-40B4-BE49-F238E27FC236}">
                <a16:creationId xmlns:a16="http://schemas.microsoft.com/office/drawing/2014/main" id="{CE26531B-DB1B-4F93-9185-FE39A1695463}"/>
              </a:ext>
            </a:extLst>
          </p:cNvPr>
          <p:cNvSpPr txBox="1"/>
          <p:nvPr/>
        </p:nvSpPr>
        <p:spPr>
          <a:xfrm>
            <a:off x="2669792" y="4778988"/>
            <a:ext cx="2241905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</a:rPr>
              <a:t>Current Utterance</a:t>
            </a:r>
            <a:endParaRPr lang="zh-CN" altLang="en-US" sz="12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237BBA-B792-1EBD-594C-2434870010B3}"/>
              </a:ext>
            </a:extLst>
          </p:cNvPr>
          <p:cNvSpPr txBox="1"/>
          <p:nvPr/>
        </p:nvSpPr>
        <p:spPr>
          <a:xfrm>
            <a:off x="9006298" y="1038959"/>
            <a:ext cx="2777101" cy="738664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2: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filtered conversation , create some hype instruction…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AD4B9053-510F-DBF8-1628-C256CAC32189}"/>
              </a:ext>
            </a:extLst>
          </p:cNvPr>
          <p:cNvCxnSpPr>
            <a:cxnSpLocks/>
          </p:cNvCxnSpPr>
          <p:nvPr/>
        </p:nvCxnSpPr>
        <p:spPr>
          <a:xfrm flipV="1">
            <a:off x="8795766" y="687844"/>
            <a:ext cx="95725" cy="468991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9CC639D-19FF-E4F7-4B6F-EBBB1ED16819}"/>
              </a:ext>
            </a:extLst>
          </p:cNvPr>
          <p:cNvSpPr txBox="1"/>
          <p:nvPr/>
        </p:nvSpPr>
        <p:spPr>
          <a:xfrm>
            <a:off x="9154236" y="703339"/>
            <a:ext cx="1955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Generator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027A15D-67A6-37C4-4912-C7E3237DC10B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0394848" y="1777623"/>
            <a:ext cx="1" cy="2426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041E59B-0A38-1F55-F876-2E7C58D8F8E3}"/>
              </a:ext>
            </a:extLst>
          </p:cNvPr>
          <p:cNvGrpSpPr/>
          <p:nvPr/>
        </p:nvGrpSpPr>
        <p:grpSpPr>
          <a:xfrm>
            <a:off x="9064027" y="2051123"/>
            <a:ext cx="2762170" cy="3296033"/>
            <a:chOff x="6150235" y="4069542"/>
            <a:chExt cx="3108105" cy="297067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850D9A36-865C-4640-CE3B-6B119BCDD5AC}"/>
                </a:ext>
              </a:extLst>
            </p:cNvPr>
            <p:cNvSpPr/>
            <p:nvPr/>
          </p:nvSpPr>
          <p:spPr>
            <a:xfrm>
              <a:off x="6150235" y="4069542"/>
              <a:ext cx="3108105" cy="2970676"/>
            </a:xfrm>
            <a:prstGeom prst="roundRect">
              <a:avLst/>
            </a:prstGeom>
            <a:noFill/>
            <a:ln w="25400">
              <a:prstDash val="sysDot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508D3E7-BAB6-E317-363B-729C9C76ABEC}"/>
                </a:ext>
              </a:extLst>
            </p:cNvPr>
            <p:cNvSpPr txBox="1"/>
            <p:nvPr/>
          </p:nvSpPr>
          <p:spPr>
            <a:xfrm>
              <a:off x="6330234" y="4186562"/>
              <a:ext cx="2765966" cy="26724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</a:pPr>
              <a:r>
                <a:rPr lang="en-US" altLang="zh-CN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Instruction 1:</a:t>
              </a:r>
            </a:p>
            <a:p>
              <a:pPr>
                <a:lnSpc>
                  <a:spcPts val="1425"/>
                </a:lnSpc>
              </a:pPr>
              <a:r>
                <a:rPr lang="en-US" altLang="zh-CN" sz="1500" b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John's community organized a toy drive for kids in need</a:t>
              </a:r>
              <a:endParaRPr lang="en-US" altLang="zh-CN" sz="15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ts val="1425"/>
                </a:lnSpc>
              </a:pPr>
              <a:endPara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ts val="1425"/>
                </a:lnSpc>
              </a:pPr>
              <a:r>
                <a:rPr lang="en-US" altLang="zh-CN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Instruction 2:</a:t>
              </a:r>
            </a:p>
            <a:p>
              <a:pPr>
                <a:lnSpc>
                  <a:spcPts val="1425"/>
                </a:lnSpc>
              </a:pPr>
              <a:r>
                <a:rPr lang="en-US" altLang="zh-CN" sz="15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did john join </a:t>
              </a:r>
            </a:p>
            <a:p>
              <a:pPr>
                <a:lnSpc>
                  <a:spcPts val="1425"/>
                </a:lnSpc>
              </a:pPr>
              <a:endPara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ts val="1425"/>
                </a:lnSpc>
              </a:pPr>
              <a:r>
                <a:rPr lang="en-US" altLang="zh-CN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Instruction 3:</a:t>
              </a:r>
            </a:p>
            <a:p>
              <a:pPr>
                <a:lnSpc>
                  <a:spcPts val="1425"/>
                </a:lnSpc>
              </a:pPr>
              <a:r>
                <a:rPr lang="en-US" altLang="zh-CN" sz="15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kind of events did John hold to make a difference</a:t>
              </a:r>
            </a:p>
            <a:p>
              <a:pPr>
                <a:lnSpc>
                  <a:spcPts val="1425"/>
                </a:lnSpc>
              </a:pPr>
              <a:endPara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ts val="1425"/>
                </a:lnSpc>
              </a:pPr>
              <a:endPara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ts val="1425"/>
                </a:lnSpc>
              </a:pPr>
              <a:endPara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ts val="1425"/>
                </a:lnSpc>
              </a:pPr>
              <a:r>
                <a:rPr lang="en-US" altLang="zh-CN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John </a:t>
              </a:r>
              <a:r>
                <a:rPr lang="en-US" altLang="zh-CN" sz="1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said:</a:t>
              </a:r>
              <a:r>
                <a:rPr lang="en-US" altLang="zh-CN" sz="1500" b="0" dirty="0" err="1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n-US" altLang="zh-CN" sz="1500" b="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held some events and got to meet some people</a:t>
              </a:r>
              <a:r>
                <a:rPr lang="en-US" altLang="zh-CN" sz="15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CN" sz="15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4EC91A0-624F-317D-E54B-D4B3D26FEDF9}"/>
              </a:ext>
            </a:extLst>
          </p:cNvPr>
          <p:cNvCxnSpPr>
            <a:cxnSpLocks/>
          </p:cNvCxnSpPr>
          <p:nvPr/>
        </p:nvCxnSpPr>
        <p:spPr>
          <a:xfrm>
            <a:off x="10453047" y="5418070"/>
            <a:ext cx="0" cy="242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A302411-A6BA-6D59-3ACA-54FB61C3D5EE}"/>
              </a:ext>
            </a:extLst>
          </p:cNvPr>
          <p:cNvSpPr txBox="1"/>
          <p:nvPr/>
        </p:nvSpPr>
        <p:spPr>
          <a:xfrm>
            <a:off x="9620823" y="5771538"/>
            <a:ext cx="193940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1C2AEB-12F3-A883-95ED-7819F3A92CE5}"/>
              </a:ext>
            </a:extLst>
          </p:cNvPr>
          <p:cNvGrpSpPr/>
          <p:nvPr/>
        </p:nvGrpSpPr>
        <p:grpSpPr>
          <a:xfrm>
            <a:off x="5987394" y="4171345"/>
            <a:ext cx="2762170" cy="2322432"/>
            <a:chOff x="5987394" y="4151707"/>
            <a:chExt cx="2762170" cy="2322432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1D22D5DE-B86C-5D3B-F49C-2444E3E6D18A}"/>
                </a:ext>
              </a:extLst>
            </p:cNvPr>
            <p:cNvGrpSpPr/>
            <p:nvPr/>
          </p:nvGrpSpPr>
          <p:grpSpPr>
            <a:xfrm>
              <a:off x="5987394" y="4151707"/>
              <a:ext cx="2762170" cy="2322432"/>
              <a:chOff x="6150235" y="4069543"/>
              <a:chExt cx="3108105" cy="2473483"/>
            </a:xfrm>
          </p:grpSpPr>
          <p:sp>
            <p:nvSpPr>
              <p:cNvPr id="159" name="矩形: 圆角 158">
                <a:extLst>
                  <a:ext uri="{FF2B5EF4-FFF2-40B4-BE49-F238E27FC236}">
                    <a16:creationId xmlns:a16="http://schemas.microsoft.com/office/drawing/2014/main" id="{413F8356-5090-E1A2-9101-2B2C60D6257A}"/>
                  </a:ext>
                </a:extLst>
              </p:cNvPr>
              <p:cNvSpPr/>
              <p:nvPr/>
            </p:nvSpPr>
            <p:spPr>
              <a:xfrm>
                <a:off x="6150235" y="4069543"/>
                <a:ext cx="3108105" cy="2473483"/>
              </a:xfrm>
              <a:prstGeom prst="roundRect">
                <a:avLst/>
              </a:prstGeom>
              <a:noFill/>
              <a:ln w="25400">
                <a:prstDash val="sysDot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02F8FB82-3C8C-FB6F-5235-4380713BBA7A}"/>
                  </a:ext>
                </a:extLst>
              </p:cNvPr>
              <p:cNvSpPr txBox="1"/>
              <p:nvPr/>
            </p:nvSpPr>
            <p:spPr>
              <a:xfrm>
                <a:off x="6324870" y="4250699"/>
                <a:ext cx="2765966" cy="2010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25"/>
                  </a:lnSpc>
                </a:pPr>
                <a:r>
                  <a:rPr lang="en-US" altLang="zh-CN" sz="15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John</a:t>
                </a:r>
                <a:r>
                  <a:rPr lang="en-US" altLang="zh-C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5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said</a:t>
                </a:r>
                <a:r>
                  <a:rPr lang="en-US" altLang="zh-CN" sz="1500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Hey Maria, great to chat again! </a:t>
                </a:r>
                <a:r>
                  <a:rPr lang="en-US" altLang="zh-CN" sz="1500" b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joined a service-focused online group </a:t>
                </a:r>
                <a:r>
                  <a:rPr lang="en-US" altLang="zh-CN" sz="1500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last week and it's been an emotional ride. </a:t>
                </a:r>
              </a:p>
              <a:p>
                <a:pPr>
                  <a:lnSpc>
                    <a:spcPts val="1425"/>
                  </a:lnSpc>
                </a:pPr>
                <a:endParaRPr lang="en-US" altLang="zh-CN" sz="15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425"/>
                  </a:lnSpc>
                </a:pPr>
                <a:endParaRPr lang="en-US" altLang="zh-CN" sz="15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425"/>
                  </a:lnSpc>
                </a:pPr>
                <a:r>
                  <a:rPr lang="en-US" altLang="zh-C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John </a:t>
                </a:r>
                <a:r>
                  <a:rPr lang="en-US" altLang="zh-CN" sz="15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said:</a:t>
                </a:r>
                <a:r>
                  <a:rPr lang="en-US" altLang="zh-CN" sz="1500" b="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</a:t>
                </a:r>
                <a:r>
                  <a:rPr lang="en-US" altLang="zh-CN" sz="1500" b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held some events and got to meet some people</a:t>
                </a:r>
                <a:r>
                  <a:rPr lang="en-US" altLang="zh-CN" sz="15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endParaRPr lang="en-US" altLang="zh-CN" sz="1500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194DE91-BAE2-3082-AE27-858F35DFC61F}"/>
                </a:ext>
              </a:extLst>
            </p:cNvPr>
            <p:cNvSpPr txBox="1"/>
            <p:nvPr/>
          </p:nvSpPr>
          <p:spPr>
            <a:xfrm>
              <a:off x="6151138" y="5302554"/>
              <a:ext cx="2241905" cy="271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25"/>
                </a:lnSpc>
              </a:pPr>
              <a:r>
                <a:rPr lang="en-US" altLang="zh-CN" sz="1200" b="1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Current Utterance</a:t>
              </a:r>
              <a:endPara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D483B8E-FBCB-39BE-9336-897D77B32E12}"/>
              </a:ext>
            </a:extLst>
          </p:cNvPr>
          <p:cNvSpPr txBox="1"/>
          <p:nvPr/>
        </p:nvSpPr>
        <p:spPr>
          <a:xfrm>
            <a:off x="9216937" y="4216085"/>
            <a:ext cx="2241905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</a:rPr>
              <a:t>Current Utterance</a:t>
            </a:r>
            <a:endParaRPr lang="zh-CN" altLang="en-US" sz="12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八边形 8">
            <a:extLst>
              <a:ext uri="{FF2B5EF4-FFF2-40B4-BE49-F238E27FC236}">
                <a16:creationId xmlns:a16="http://schemas.microsoft.com/office/drawing/2014/main" id="{ADF81EA3-B515-3DAC-5D22-CA53064CCD5A}"/>
              </a:ext>
            </a:extLst>
          </p:cNvPr>
          <p:cNvSpPr/>
          <p:nvPr/>
        </p:nvSpPr>
        <p:spPr>
          <a:xfrm>
            <a:off x="5403569" y="96888"/>
            <a:ext cx="275713" cy="246221"/>
          </a:xfrm>
          <a:prstGeom prst="oct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八边形 10">
            <a:extLst>
              <a:ext uri="{FF2B5EF4-FFF2-40B4-BE49-F238E27FC236}">
                <a16:creationId xmlns:a16="http://schemas.microsoft.com/office/drawing/2014/main" id="{949701D0-C745-E1F5-32D2-6A2B21F3EFBA}"/>
              </a:ext>
            </a:extLst>
          </p:cNvPr>
          <p:cNvSpPr/>
          <p:nvPr/>
        </p:nvSpPr>
        <p:spPr>
          <a:xfrm>
            <a:off x="5886352" y="2679888"/>
            <a:ext cx="275713" cy="246221"/>
          </a:xfrm>
          <a:prstGeom prst="oct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八边形 11">
            <a:extLst>
              <a:ext uri="{FF2B5EF4-FFF2-40B4-BE49-F238E27FC236}">
                <a16:creationId xmlns:a16="http://schemas.microsoft.com/office/drawing/2014/main" id="{3053A682-FC05-6E19-95BE-3F2C47AE5B57}"/>
              </a:ext>
            </a:extLst>
          </p:cNvPr>
          <p:cNvSpPr/>
          <p:nvPr/>
        </p:nvSpPr>
        <p:spPr>
          <a:xfrm>
            <a:off x="9071981" y="736818"/>
            <a:ext cx="275713" cy="246221"/>
          </a:xfrm>
          <a:prstGeom prst="oct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07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AB58-0B12-13CD-3B05-0FF29191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FCBA9F4-C722-56CD-6889-E58F375A9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081464"/>
              </p:ext>
            </p:extLst>
          </p:nvPr>
        </p:nvGraphicFramePr>
        <p:xfrm>
          <a:off x="430106" y="389467"/>
          <a:ext cx="7332886" cy="53315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24506">
                  <a:extLst>
                    <a:ext uri="{9D8B030D-6E8A-4147-A177-3AD203B41FA5}">
                      <a16:colId xmlns:a16="http://schemas.microsoft.com/office/drawing/2014/main" val="348009602"/>
                    </a:ext>
                  </a:extLst>
                </a:gridCol>
                <a:gridCol w="2329751">
                  <a:extLst>
                    <a:ext uri="{9D8B030D-6E8A-4147-A177-3AD203B41FA5}">
                      <a16:colId xmlns:a16="http://schemas.microsoft.com/office/drawing/2014/main" val="1296414359"/>
                    </a:ext>
                  </a:extLst>
                </a:gridCol>
                <a:gridCol w="2478629">
                  <a:extLst>
                    <a:ext uri="{9D8B030D-6E8A-4147-A177-3AD203B41FA5}">
                      <a16:colId xmlns:a16="http://schemas.microsoft.com/office/drawing/2014/main" val="1662127315"/>
                    </a:ext>
                  </a:extLst>
                </a:gridCol>
              </a:tblGrid>
              <a:tr h="821682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Window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Recall@5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590359"/>
                  </a:ext>
                </a:extLst>
              </a:tr>
              <a:tr h="4792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0.5800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939227"/>
                  </a:ext>
                </a:extLst>
              </a:tr>
              <a:tr h="48007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0.6069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569248"/>
                  </a:ext>
                </a:extLst>
              </a:tr>
              <a:tr h="5109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0.5903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98855"/>
                  </a:ext>
                </a:extLst>
              </a:tr>
              <a:tr h="4792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0.4810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11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0.5006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172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0.3192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003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0.3170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606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0.1982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92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0.1119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619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BGE-M3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0.1286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5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BGE-M3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Dynamic window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0.6346 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962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723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6A19-9C2B-98F8-B6B1-2C195D33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44DBC7D-315A-99D4-99FE-1CBC84ECC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569601"/>
              </p:ext>
            </p:extLst>
          </p:nvPr>
        </p:nvGraphicFramePr>
        <p:xfrm>
          <a:off x="430106" y="389467"/>
          <a:ext cx="7332886" cy="534248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24506">
                  <a:extLst>
                    <a:ext uri="{9D8B030D-6E8A-4147-A177-3AD203B41FA5}">
                      <a16:colId xmlns:a16="http://schemas.microsoft.com/office/drawing/2014/main" val="348009602"/>
                    </a:ext>
                  </a:extLst>
                </a:gridCol>
                <a:gridCol w="2329751">
                  <a:extLst>
                    <a:ext uri="{9D8B030D-6E8A-4147-A177-3AD203B41FA5}">
                      <a16:colId xmlns:a16="http://schemas.microsoft.com/office/drawing/2014/main" val="1296414359"/>
                    </a:ext>
                  </a:extLst>
                </a:gridCol>
                <a:gridCol w="2478629">
                  <a:extLst>
                    <a:ext uri="{9D8B030D-6E8A-4147-A177-3AD203B41FA5}">
                      <a16:colId xmlns:a16="http://schemas.microsoft.com/office/drawing/2014/main" val="1662127315"/>
                    </a:ext>
                  </a:extLst>
                </a:gridCol>
              </a:tblGrid>
              <a:tr h="821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Conv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Fix win best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Dynamic win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590359"/>
                  </a:ext>
                </a:extLst>
              </a:tr>
              <a:tr h="4792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0.6368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0.6179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939227"/>
                  </a:ext>
                </a:extLst>
              </a:tr>
              <a:tr h="48007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569248"/>
                  </a:ext>
                </a:extLst>
              </a:tr>
              <a:tr h="52195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0.6711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0.6579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98855"/>
                  </a:ext>
                </a:extLst>
              </a:tr>
              <a:tr h="4792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0.5438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0.5401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11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0.7266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0.7307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172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0.6026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0.6859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003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0.7238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0.6429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606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0.7265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0.5507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92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0.5268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0.6451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619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0.6261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0.6448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5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VAR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5034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22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0170-9153-A72F-F6AB-19B68FA6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395C76-374A-2CF5-C3CB-1A514DF4D080}"/>
              </a:ext>
            </a:extLst>
          </p:cNvPr>
          <p:cNvSpPr txBox="1"/>
          <p:nvPr/>
        </p:nvSpPr>
        <p:spPr>
          <a:xfrm>
            <a:off x="888999" y="614810"/>
            <a:ext cx="8932334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qa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"What did Caroline research?"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"answer"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"Adoption agencies"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"evidence"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"D2:8"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evidence_text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said:Researching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adoption agencies — it's been a dream to have a family and give a loving home to kids who need it."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retrieve_text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said:Cool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 What did it look like?"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said:Totally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agree, Mel. Relaxing and expressing ourselves is key. Well, I'm off to go do some research."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said:Since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our last chat, I've been looking into counseling or mental health work more. I'm passionate about helping people and making a positive impact. It's tough, but really rewarding too. Anything new happening with you?"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said:Researching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adoption agencies — it's been a dream to have a family and give a loving home to kids who need it."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"Melanie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said:Wow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Caroline, that looks amazing! What inspired it?"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</a:t>
            </a: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13E3DB-04AB-BBC1-419D-761ABF97491F}"/>
              </a:ext>
            </a:extLst>
          </p:cNvPr>
          <p:cNvSpPr txBox="1"/>
          <p:nvPr/>
        </p:nvSpPr>
        <p:spPr>
          <a:xfrm>
            <a:off x="609600" y="2286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窗口噪声</a:t>
            </a:r>
          </a:p>
        </p:txBody>
      </p:sp>
    </p:spTree>
    <p:extLst>
      <p:ext uri="{BB962C8B-B14F-4D97-AF65-F5344CB8AC3E}">
        <p14:creationId xmlns:p14="http://schemas.microsoft.com/office/powerpoint/2010/main" val="126042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411384F-3CCC-D9DA-8743-ED1997945E38}"/>
              </a:ext>
            </a:extLst>
          </p:cNvPr>
          <p:cNvSpPr txBox="1"/>
          <p:nvPr/>
        </p:nvSpPr>
        <p:spPr>
          <a:xfrm>
            <a:off x="914400" y="323470"/>
            <a:ext cx="10363200" cy="621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"D2:4"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 totally agree, Melanie. Taking care of ourselves is so important - even if it's not always easy. Great that you're prioritizing self-care."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"Melanie"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"D2:5"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"Yeah, it's tough. So I'm carving out some me-time each day - running, reading, or playing my violin - which refreshes me and helps me stay present for my fam!"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"D2:6"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"That's great, Mel! Taking time for yourself is so important. You're doing an awesome job looking after yourself and your family!"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"Melanie"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"D2:7"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"Thanks, Caroline. It's still a work in progress, but I'm doing my best. My kids are so excited about summer break! We're thinking about going camping next month. Any fun plans for the summer?"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"D2:8"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"Researching adoption agencies \u2014 it's been a dream to have a family and give a loving home to kids who need it."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</p:txBody>
      </p:sp>
    </p:spTree>
    <p:extLst>
      <p:ext uri="{BB962C8B-B14F-4D97-AF65-F5344CB8AC3E}">
        <p14:creationId xmlns:p14="http://schemas.microsoft.com/office/powerpoint/2010/main" val="1262293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AAEAB04-4D78-4343-D3FC-E1623150EE70}"/>
              </a:ext>
            </a:extLst>
          </p:cNvPr>
          <p:cNvSpPr txBox="1"/>
          <p:nvPr/>
        </p:nvSpPr>
        <p:spPr>
          <a:xfrm>
            <a:off x="504498" y="518203"/>
            <a:ext cx="9659006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"D2:8"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"Caroline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said:Researching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adoption agencies \u2014 it's been a dream to have a family and give a loving home to kids who need it."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"time"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"1:14 pm on 25 May, 2023"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hierarchical_content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| [context] | Caroline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said:Researching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adoption agencies \u2014 it's been a dream to have a family and give a loving home to kids who need it."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h_length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</a:t>
            </a:r>
          </a:p>
        </p:txBody>
      </p:sp>
    </p:spTree>
    <p:extLst>
      <p:ext uri="{BB962C8B-B14F-4D97-AF65-F5344CB8AC3E}">
        <p14:creationId xmlns:p14="http://schemas.microsoft.com/office/powerpoint/2010/main" val="259338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73AEE-80E0-E7C9-D7F9-28125064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1F49FA0-9F56-D0DC-BE88-03C437F83AB5}"/>
              </a:ext>
            </a:extLst>
          </p:cNvPr>
          <p:cNvSpPr txBox="1"/>
          <p:nvPr/>
        </p:nvSpPr>
        <p:spPr>
          <a:xfrm>
            <a:off x="1601378" y="670154"/>
            <a:ext cx="609760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 err="1">
                <a:solidFill>
                  <a:schemeClr val="accent2"/>
                </a:solidFill>
                <a:latin typeface="Consolas" panose="020B0609020204030204" pitchFamily="49" charset="0"/>
              </a:rPr>
              <a:t>Query:</a:t>
            </a:r>
            <a:r>
              <a:rPr lang="en-US" altLang="zh-CN" b="1" dirty="0" err="1">
                <a:latin typeface="Consolas" panose="020B0609020204030204" pitchFamily="49" charset="0"/>
              </a:rPr>
              <a:t>What</a:t>
            </a:r>
            <a:r>
              <a:rPr lang="en-US" altLang="zh-CN" b="1" dirty="0">
                <a:latin typeface="Consolas" panose="020B0609020204030204" pitchFamily="49" charset="0"/>
              </a:rPr>
              <a:t> did Caroline research?</a:t>
            </a:r>
            <a:endParaRPr lang="en-US" altLang="zh-CN" b="1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AFFE5B-E1D0-9367-82E1-B7323917867A}"/>
              </a:ext>
            </a:extLst>
          </p:cNvPr>
          <p:cNvSpPr txBox="1"/>
          <p:nvPr/>
        </p:nvSpPr>
        <p:spPr>
          <a:xfrm>
            <a:off x="1605011" y="1507958"/>
            <a:ext cx="8751771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>
                <a:latin typeface="Consolas" panose="020B0609020204030204" pitchFamily="49" charset="0"/>
              </a:rPr>
              <a:t>Caroline said: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That's great, Mel! Taking time for yourself is so important. You're doing an awesome job looking after yourself and your family!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dirty="0">
                <a:latin typeface="Consolas" panose="020B0609020204030204" pitchFamily="49" charset="0"/>
              </a:rPr>
              <a:t>Melanie </a:t>
            </a:r>
            <a:r>
              <a:rPr lang="en-US" altLang="zh-CN" dirty="0" err="1">
                <a:latin typeface="Consolas" panose="020B0609020204030204" pitchFamily="49" charset="0"/>
              </a:rPr>
              <a:t>said: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Thanks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Caroline. It's still a work in progress, but I'm doing my best. My kids are so excited about summer break! We're thinking about going camping next month.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Any fun plans for the summer?“</a:t>
            </a: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dirty="0">
                <a:latin typeface="Consolas" panose="020B0609020204030204" pitchFamily="49" charset="0"/>
              </a:rPr>
              <a:t>Caroline </a:t>
            </a:r>
            <a:r>
              <a:rPr lang="en-US" altLang="zh-CN" dirty="0" err="1">
                <a:latin typeface="Consolas" panose="020B0609020204030204" pitchFamily="49" charset="0"/>
              </a:rPr>
              <a:t>said:</a:t>
            </a:r>
            <a:r>
              <a:rPr lang="en-US" altLang="zh-CN" dirty="0" err="1">
                <a:effectLst/>
                <a:latin typeface="Consolas" panose="020B0609020204030204" pitchFamily="49" charset="0"/>
              </a:rPr>
              <a:t>Researching</a:t>
            </a:r>
            <a:r>
              <a:rPr lang="en-US" altLang="zh-CN" dirty="0">
                <a:effectLst/>
                <a:latin typeface="Consolas" panose="020B0609020204030204" pitchFamily="49" charset="0"/>
              </a:rPr>
              <a:t> adoption agencies \u2014 it's been a dream to have a family and give a loving home to kids who need it.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C7648CAD-2E2F-16BF-A945-75DB2A8854DB}"/>
              </a:ext>
            </a:extLst>
          </p:cNvPr>
          <p:cNvSpPr/>
          <p:nvPr/>
        </p:nvSpPr>
        <p:spPr>
          <a:xfrm>
            <a:off x="1402221" y="1648810"/>
            <a:ext cx="208301" cy="109150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3D620C-5A86-4FE4-4E73-1C2D9EEA5BE3}"/>
              </a:ext>
            </a:extLst>
          </p:cNvPr>
          <p:cNvSpPr txBox="1"/>
          <p:nvPr/>
        </p:nvSpPr>
        <p:spPr>
          <a:xfrm>
            <a:off x="8748555" y="1943728"/>
            <a:ext cx="196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Noise Information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9A1BE3E-92E9-5C19-9DEF-E013D37EBF68}"/>
              </a:ext>
            </a:extLst>
          </p:cNvPr>
          <p:cNvSpPr/>
          <p:nvPr/>
        </p:nvSpPr>
        <p:spPr>
          <a:xfrm>
            <a:off x="1601378" y="1168168"/>
            <a:ext cx="8592194" cy="2071074"/>
          </a:xfrm>
          <a:prstGeom prst="roundRect">
            <a:avLst/>
          </a:prstGeom>
          <a:noFill/>
          <a:ln w="19050"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34500D6-97BD-9A13-8E3D-521DBBBABFEE}"/>
              </a:ext>
            </a:extLst>
          </p:cNvPr>
          <p:cNvCxnSpPr>
            <a:cxnSpLocks/>
          </p:cNvCxnSpPr>
          <p:nvPr/>
        </p:nvCxnSpPr>
        <p:spPr>
          <a:xfrm>
            <a:off x="7695349" y="720107"/>
            <a:ext cx="3255149" cy="2962660"/>
          </a:xfrm>
          <a:prstGeom prst="bentConnector3">
            <a:avLst>
              <a:gd name="adj1" fmla="val 100015"/>
            </a:avLst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949B3F9-DE8F-4687-FF1F-6B7CEEC4CA67}"/>
              </a:ext>
            </a:extLst>
          </p:cNvPr>
          <p:cNvCxnSpPr/>
          <p:nvPr/>
        </p:nvCxnSpPr>
        <p:spPr>
          <a:xfrm>
            <a:off x="9517711" y="2409245"/>
            <a:ext cx="10018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1FC2051-6492-07E9-6710-FC6E660AE8D8}"/>
              </a:ext>
            </a:extLst>
          </p:cNvPr>
          <p:cNvSpPr txBox="1"/>
          <p:nvPr/>
        </p:nvSpPr>
        <p:spPr>
          <a:xfrm>
            <a:off x="1601378" y="3261222"/>
            <a:ext cx="33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Ground Truth:</a:t>
            </a:r>
            <a:endParaRPr lang="zh-CN" altLang="en-US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C2334B-5144-8173-C3F9-4A3C7322F9FC}"/>
              </a:ext>
            </a:extLst>
          </p:cNvPr>
          <p:cNvSpPr txBox="1"/>
          <p:nvPr/>
        </p:nvSpPr>
        <p:spPr>
          <a:xfrm>
            <a:off x="452301" y="1998592"/>
            <a:ext cx="107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Window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222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C190C-1D41-8103-4417-0FC26E4CC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942CED5-E46A-F3BE-D55D-429732430825}"/>
              </a:ext>
            </a:extLst>
          </p:cNvPr>
          <p:cNvSpPr txBox="1"/>
          <p:nvPr/>
        </p:nvSpPr>
        <p:spPr>
          <a:xfrm>
            <a:off x="2127240" y="638212"/>
            <a:ext cx="772601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Query: </a:t>
            </a:r>
            <a:r>
              <a:rPr lang="en-US" altLang="zh-CN" b="1" dirty="0">
                <a:latin typeface="Consolas" panose="020B0609020204030204" pitchFamily="49" charset="0"/>
              </a:rPr>
              <a:t>What did Caroline research?</a:t>
            </a:r>
            <a:endParaRPr lang="en-US" altLang="zh-CN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85B95EB3-15AF-5DFF-30F1-711C8FCF23D3}"/>
              </a:ext>
            </a:extLst>
          </p:cNvPr>
          <p:cNvSpPr/>
          <p:nvPr/>
        </p:nvSpPr>
        <p:spPr>
          <a:xfrm rot="5400000">
            <a:off x="5049811" y="1273343"/>
            <a:ext cx="569306" cy="34044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321FF7-0657-D047-9810-3A9082ACD785}"/>
              </a:ext>
            </a:extLst>
          </p:cNvPr>
          <p:cNvSpPr txBox="1"/>
          <p:nvPr/>
        </p:nvSpPr>
        <p:spPr>
          <a:xfrm>
            <a:off x="1545802" y="1801367"/>
            <a:ext cx="9787392" cy="244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Caroline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said:Cool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! What did it look like?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Caroline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said:Totally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agree, Mel. Relaxing and expressing ourselves is key. Well, I'm off to go do some research.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Caroline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said:Since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our last chat, I've been looking into counseling or mental health work more. …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Caroline </a:t>
            </a:r>
            <a:r>
              <a:rPr lang="en-US" altLang="zh-C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said:Researching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adoption agencies — it's been a dream to have a family and give a loving home to kids who need it.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F5EED9-163C-5785-9221-73A7BCD1244A}"/>
              </a:ext>
            </a:extLst>
          </p:cNvPr>
          <p:cNvSpPr txBox="1"/>
          <p:nvPr/>
        </p:nvSpPr>
        <p:spPr>
          <a:xfrm>
            <a:off x="5650992" y="1225296"/>
            <a:ext cx="20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Successfully Recall 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24C747-3145-3577-54F0-8484ECF98F03}"/>
              </a:ext>
            </a:extLst>
          </p:cNvPr>
          <p:cNvSpPr txBox="1"/>
          <p:nvPr/>
        </p:nvSpPr>
        <p:spPr>
          <a:xfrm>
            <a:off x="2520150" y="5225723"/>
            <a:ext cx="7838695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Caroline </a:t>
            </a:r>
            <a:r>
              <a:rPr lang="en-US" altLang="zh-C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said:Researching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adoption agencies — it's been a dream to have a family and give a loving home to kids who need it.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5873CDF0-2790-B956-3A36-7BDB3C7E74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2631" y="4019023"/>
            <a:ext cx="1965957" cy="1041948"/>
          </a:xfrm>
          <a:prstGeom prst="bentConnector3">
            <a:avLst>
              <a:gd name="adj1" fmla="val 99768"/>
            </a:avLst>
          </a:prstGeom>
          <a:ln>
            <a:solidFill>
              <a:schemeClr val="dk1">
                <a:alpha val="99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9EB026A-682C-B9DB-EB07-1635C3E25374}"/>
              </a:ext>
            </a:extLst>
          </p:cNvPr>
          <p:cNvSpPr txBox="1"/>
          <p:nvPr/>
        </p:nvSpPr>
        <p:spPr>
          <a:xfrm>
            <a:off x="1433688" y="4364611"/>
            <a:ext cx="34445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Dynamic Context Aware System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952C8E9-E4BD-27AD-EC4E-1A3682B531FB}"/>
              </a:ext>
            </a:extLst>
          </p:cNvPr>
          <p:cNvSpPr txBox="1"/>
          <p:nvPr/>
        </p:nvSpPr>
        <p:spPr>
          <a:xfrm>
            <a:off x="1344634" y="5186011"/>
            <a:ext cx="133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Window = 0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6AE400-7E78-5B8A-D94D-3FDC3D81F7F8}"/>
              </a:ext>
            </a:extLst>
          </p:cNvPr>
          <p:cNvSpPr txBox="1"/>
          <p:nvPr/>
        </p:nvSpPr>
        <p:spPr>
          <a:xfrm>
            <a:off x="2127240" y="304786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Ground Truth: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47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F66CDA6-6548-F331-BE39-F56DAF0AC6ED}"/>
              </a:ext>
            </a:extLst>
          </p:cNvPr>
          <p:cNvSpPr txBox="1"/>
          <p:nvPr/>
        </p:nvSpPr>
        <p:spPr>
          <a:xfrm>
            <a:off x="572813" y="939324"/>
            <a:ext cx="11046373" cy="639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qa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"How does John describe the support he received during his journey to becoming assistant manager?"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"answer"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"having support at home and his own grit"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"evidence"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"D19:12"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evidence_text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said:Yeah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I faced all kinds of hurdles - tech stuff, workplace stuff... but the worst was self-doubt. There were moments when I questioned if I was on the right track. But with support at home and my own grit, I powered through. This promotion is a reward for all the hustle and hardship I put in - a reminder that I'm on the right path."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retrieve_text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said:Thanks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Maria! I was really excited. It feels like all the hard work I've put in has paid off now that I'm an assistant manager- it's like a stepping stone for bigger things."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said:Yeah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I faced all kinds of hurdles - tech stuff, workplace stuff... but the worst was self-doubt. There were moments when I questioned if I was on the right track. But with support at home and my own grit, I powered through. This promotion is a reward for all the hustle and hardship I put in - a reminder that I'm on the right path."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said:I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tried to stay calm and asked for assistance, which helped me handle the situation and make it back safely."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said:Thanks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Maria! It's been tough, but really rewarding. The training was intense and taxing, but it changed my view on helping others. Last Sunday we had our first call-out, and it was intense. We responded to a situation and our team worked together to help those in need. Seeing their relief was awesome."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said:Hi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Maria! It's so good to talk again. A lot has changed since last time. I'm really enjoying my new job. My team has been super encouraging and inspiring."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</a:t>
            </a: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C24E75-4398-4903-F99C-4FBE81C22AFC}"/>
              </a:ext>
            </a:extLst>
          </p:cNvPr>
          <p:cNvSpPr txBox="1"/>
          <p:nvPr/>
        </p:nvSpPr>
        <p:spPr>
          <a:xfrm>
            <a:off x="767255" y="462455"/>
            <a:ext cx="240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信息截断</a:t>
            </a:r>
          </a:p>
        </p:txBody>
      </p:sp>
    </p:spTree>
    <p:extLst>
      <p:ext uri="{BB962C8B-B14F-4D97-AF65-F5344CB8AC3E}">
        <p14:creationId xmlns:p14="http://schemas.microsoft.com/office/powerpoint/2010/main" val="996200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A7F107B-0796-DD52-1747-CED7B5972F2B}"/>
              </a:ext>
            </a:extLst>
          </p:cNvPr>
          <p:cNvSpPr txBox="1"/>
          <p:nvPr/>
        </p:nvSpPr>
        <p:spPr>
          <a:xfrm>
            <a:off x="168166" y="0"/>
            <a:ext cx="12107916" cy="673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img_url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"https://images.rawpixel.com/image_800/cHJpdmF0ZS9sci9pbWFnZXMvd2Vic2l0ZS8yMDIyLTEyL2ZsNTE4NTQxMzE2ODgtaW1hZ2UuanBn.jpg"</a:t>
            </a:r>
            <a:endParaRPr lang="en-US" altLang="zh-C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blip_caption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photography of a golden trophy on a black surface"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"query"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"new office assistant manager sign"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"D19:8"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"re-download"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"Thanks, Maria! I was really excited. It feels like all the hard work I've put in has paid off now that I'm an assistant manager- it's like a stepping stone for bigger things."</a:t>
            </a:r>
            <a:endParaRPr lang="en-US" altLang="zh-C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"Maria"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"D19:9"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"Wow, John! Congrats on the promotion! What's the backstory on that trophy?"</a:t>
            </a:r>
            <a:endParaRPr lang="en-US" altLang="zh-C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"D19:10"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"Thanks, Maria! It commemorates my journey. It's a symbol of all the obstacles I had to overcome to get here."</a:t>
            </a:r>
            <a:endParaRPr lang="en-US" altLang="zh-C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"Maria"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"D19:11"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"Cool, so you have a reminder of all that. It's good to acknowledge what you've been through and appreciate where you are now. Could you tell me more about the challenges?"</a:t>
            </a:r>
            <a:endParaRPr lang="en-US" altLang="zh-C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"D19:12"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"Yeah, I faced all kinds of hurdles - tech stuff, workplace stuff... but the worst was self-doubt. There were moments when I questioned if I was on the right track. But with support at home and my own grit, I powered through. This promotion is a reward for all the hustle and hardship I put in - a reminder that I'm on the right path."</a:t>
            </a:r>
            <a:endParaRPr lang="en-US" altLang="zh-C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</p:txBody>
      </p:sp>
    </p:spTree>
    <p:extLst>
      <p:ext uri="{BB962C8B-B14F-4D97-AF65-F5344CB8AC3E}">
        <p14:creationId xmlns:p14="http://schemas.microsoft.com/office/powerpoint/2010/main" val="961548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AD3D21-65AD-5C26-1929-DBFC4C3501B2}"/>
              </a:ext>
            </a:extLst>
          </p:cNvPr>
          <p:cNvSpPr txBox="1"/>
          <p:nvPr/>
        </p:nvSpPr>
        <p:spPr>
          <a:xfrm>
            <a:off x="1313424" y="1323565"/>
            <a:ext cx="10151164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altLang="zh-CN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John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said:Thanks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Maria! I was really excited. It feels like all the hard work I've put in has paid off now that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I'm an assistant manager-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it's like a stepping stone for bigger things</a:t>
            </a: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Maria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said:Wow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John! Congrats on the promotion! What's the backstory on that trophy</a:t>
            </a: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John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said:Thanks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Maria! It commemorates my journey. It's a symbol of all the obstacles I had to overcome to get here.</a:t>
            </a: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Maria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said:Cool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so you have a reminder of all that. It's good to acknowledge what you've been through and appreciate where you are now. Could you tell me more about the challenges?</a:t>
            </a:r>
          </a:p>
          <a:p>
            <a:pPr>
              <a:lnSpc>
                <a:spcPts val="1425"/>
              </a:lnSpc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John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said:Yeah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I faced all kinds of hurdles - tech stuff, workplace stuff... but the worst was self-doubt. There were moments when I questioned if I was on the right track.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But with support at home and my own grit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I powered through. This promotion is a reward for all the hustle and hardship I put in - a reminder that I'm on the right path.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3065A0-4128-30C9-12AC-C425EA46AC13}"/>
              </a:ext>
            </a:extLst>
          </p:cNvPr>
          <p:cNvSpPr txBox="1"/>
          <p:nvPr/>
        </p:nvSpPr>
        <p:spPr>
          <a:xfrm>
            <a:off x="1313424" y="857668"/>
            <a:ext cx="7726016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Query: </a:t>
            </a:r>
            <a:r>
              <a:rPr lang="en-US" altLang="zh-CN" dirty="0">
                <a:effectLst/>
                <a:latin typeface="Consolas" panose="020B0609020204030204" pitchFamily="49" charset="0"/>
              </a:rPr>
              <a:t>How does John describe </a:t>
            </a:r>
            <a:r>
              <a:rPr lang="en-US" altLang="zh-CN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the support he received</a:t>
            </a:r>
            <a:r>
              <a:rPr lang="en-US" altLang="zh-CN" dirty="0">
                <a:effectLst/>
                <a:latin typeface="Consolas" panose="020B0609020204030204" pitchFamily="49" charset="0"/>
              </a:rPr>
              <a:t> during his journey to </a:t>
            </a:r>
            <a:r>
              <a:rPr lang="en-US" altLang="zh-CN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becoming assistant manager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E4F866-F962-0967-DC53-486031A3F3E7}"/>
              </a:ext>
            </a:extLst>
          </p:cNvPr>
          <p:cNvSpPr/>
          <p:nvPr/>
        </p:nvSpPr>
        <p:spPr>
          <a:xfrm>
            <a:off x="1235467" y="2913818"/>
            <a:ext cx="10080737" cy="1210126"/>
          </a:xfrm>
          <a:prstGeom prst="roundRect">
            <a:avLst/>
          </a:prstGeom>
          <a:noFill/>
          <a:ln w="19050"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3320B5A6-6A79-194B-FDD8-FE2298B532BD}"/>
              </a:ext>
            </a:extLst>
          </p:cNvPr>
          <p:cNvSpPr/>
          <p:nvPr/>
        </p:nvSpPr>
        <p:spPr>
          <a:xfrm>
            <a:off x="988796" y="2973130"/>
            <a:ext cx="208301" cy="109150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6E57D6-0BCB-569E-6295-21CE57181DE6}"/>
              </a:ext>
            </a:extLst>
          </p:cNvPr>
          <p:cNvSpPr txBox="1"/>
          <p:nvPr/>
        </p:nvSpPr>
        <p:spPr>
          <a:xfrm>
            <a:off x="1313424" y="4151376"/>
            <a:ext cx="33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Ground Truth:</a:t>
            </a:r>
            <a:endParaRPr lang="zh-CN" altLang="en-US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B797389-C6E3-EF05-403F-0831A02768D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039440" y="1090617"/>
            <a:ext cx="2425148" cy="3856287"/>
          </a:xfrm>
          <a:prstGeom prst="bentConnector2">
            <a:avLst/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20A127C-70DA-FF14-1455-0E6C7BF13BB5}"/>
              </a:ext>
            </a:extLst>
          </p:cNvPr>
          <p:cNvCxnSpPr>
            <a:cxnSpLocks/>
          </p:cNvCxnSpPr>
          <p:nvPr/>
        </p:nvCxnSpPr>
        <p:spPr>
          <a:xfrm>
            <a:off x="9850474" y="2829870"/>
            <a:ext cx="1614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20AAD6F-191D-9301-F72C-9E6302019382}"/>
              </a:ext>
            </a:extLst>
          </p:cNvPr>
          <p:cNvSpPr txBox="1"/>
          <p:nvPr/>
        </p:nvSpPr>
        <p:spPr>
          <a:xfrm>
            <a:off x="9672629" y="2544486"/>
            <a:ext cx="196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Be Truncated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825BD9-7F0A-20C2-88CB-0C969ACD60DD}"/>
              </a:ext>
            </a:extLst>
          </p:cNvPr>
          <p:cNvSpPr txBox="1"/>
          <p:nvPr/>
        </p:nvSpPr>
        <p:spPr>
          <a:xfrm>
            <a:off x="23827" y="3334215"/>
            <a:ext cx="107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Window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788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654B0-5974-14A3-2FFE-01D84F8D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54A3A3-247C-C68A-C7AC-8AD6F88F4113}"/>
              </a:ext>
            </a:extLst>
          </p:cNvPr>
          <p:cNvSpPr txBox="1"/>
          <p:nvPr/>
        </p:nvSpPr>
        <p:spPr>
          <a:xfrm>
            <a:off x="2127240" y="638212"/>
            <a:ext cx="7726016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Query: </a:t>
            </a:r>
            <a:r>
              <a:rPr lang="en-US" altLang="zh-CN" dirty="0">
                <a:effectLst/>
                <a:latin typeface="Consolas" panose="020B0609020204030204" pitchFamily="49" charset="0"/>
              </a:rPr>
              <a:t>How does John describe </a:t>
            </a:r>
            <a:r>
              <a:rPr lang="en-US" altLang="zh-CN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the support he received</a:t>
            </a:r>
            <a:r>
              <a:rPr lang="en-US" altLang="zh-CN" dirty="0">
                <a:effectLst/>
                <a:latin typeface="Consolas" panose="020B0609020204030204" pitchFamily="49" charset="0"/>
              </a:rPr>
              <a:t> during his journey to </a:t>
            </a:r>
            <a:r>
              <a:rPr lang="en-US" altLang="zh-CN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becoming assistant manager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F5FFA769-72AA-01D0-579C-E182960E1811}"/>
              </a:ext>
            </a:extLst>
          </p:cNvPr>
          <p:cNvSpPr/>
          <p:nvPr/>
        </p:nvSpPr>
        <p:spPr>
          <a:xfrm rot="5400000">
            <a:off x="5049811" y="1273343"/>
            <a:ext cx="569306" cy="34044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4A6D40-D047-0770-9AD9-1A1FFE1344F1}"/>
              </a:ext>
            </a:extLst>
          </p:cNvPr>
          <p:cNvSpPr txBox="1"/>
          <p:nvPr/>
        </p:nvSpPr>
        <p:spPr>
          <a:xfrm>
            <a:off x="1344634" y="1917192"/>
            <a:ext cx="9787392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 John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said:Thanks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Maria! I was really excited. It feels like all the hard work I've put in has paid off now that…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John </a:t>
            </a:r>
            <a:r>
              <a:rPr lang="en-US" altLang="zh-C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said:Yeah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I faced all kinds of hurdles - tech stuff, workplace stuff... but the worst was self-doubt. …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  John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tried to stay calm and asked for assistance</a:t>
            </a:r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D456C6-01F0-5FF6-7E3B-5ACE7AA45583}"/>
              </a:ext>
            </a:extLst>
          </p:cNvPr>
          <p:cNvSpPr txBox="1"/>
          <p:nvPr/>
        </p:nvSpPr>
        <p:spPr>
          <a:xfrm>
            <a:off x="5650992" y="1225296"/>
            <a:ext cx="20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Successfully Recall 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4DC88D-CA30-DF8A-B376-3DA1AA83553F}"/>
              </a:ext>
            </a:extLst>
          </p:cNvPr>
          <p:cNvSpPr txBox="1"/>
          <p:nvPr/>
        </p:nvSpPr>
        <p:spPr>
          <a:xfrm>
            <a:off x="2676906" y="4452926"/>
            <a:ext cx="6094476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Instruction 1:</a:t>
            </a: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What kind of hurdles did John face as an assistant manager?</a:t>
            </a:r>
          </a:p>
          <a:p>
            <a:pPr>
              <a:lnSpc>
                <a:spcPts val="1425"/>
              </a:lnSpc>
            </a:pPr>
            <a:endParaRPr lang="en-US" altLang="zh-CN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Instruction 2: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How did John overcome self-doubt?</a:t>
            </a:r>
          </a:p>
          <a:p>
            <a:pPr>
              <a:lnSpc>
                <a:spcPts val="1425"/>
              </a:lnSpc>
            </a:pPr>
            <a:endParaRPr lang="en-US" altLang="zh-CN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Instruction 3: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What does the promotion mean to John? </a:t>
            </a:r>
          </a:p>
          <a:p>
            <a:pPr>
              <a:lnSpc>
                <a:spcPts val="1425"/>
              </a:lnSpc>
            </a:pPr>
            <a:endParaRPr lang="en-US" altLang="zh-CN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John </a:t>
            </a:r>
            <a:r>
              <a:rPr lang="en-US" altLang="zh-CN" b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said:Yeah</a:t>
            </a:r>
            <a:r>
              <a:rPr lang="en-US" altLang="zh-C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, I faced all kinds of hurdles - tech </a:t>
            </a:r>
            <a:r>
              <a:rPr lang="en-US" altLang="zh-CN" b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stuf</a:t>
            </a:r>
            <a:r>
              <a:rPr lang="en-US" altLang="zh-C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9E8A3FDE-88EB-D5F0-70D8-8B37EC89FD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9949" y="3616341"/>
            <a:ext cx="2771318" cy="1041951"/>
          </a:xfrm>
          <a:prstGeom prst="bentConnector3">
            <a:avLst>
              <a:gd name="adj1" fmla="val 99823"/>
            </a:avLst>
          </a:prstGeom>
          <a:ln>
            <a:solidFill>
              <a:schemeClr val="dk1">
                <a:alpha val="99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1373FD1-2FFF-A468-5B0B-936F98DCDBD8}"/>
              </a:ext>
            </a:extLst>
          </p:cNvPr>
          <p:cNvSpPr txBox="1"/>
          <p:nvPr/>
        </p:nvSpPr>
        <p:spPr>
          <a:xfrm>
            <a:off x="1418813" y="4027555"/>
            <a:ext cx="34445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Dynamic Context Aware System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366D92E-FE7E-48B8-4008-BB6DBD3CCA4E}"/>
              </a:ext>
            </a:extLst>
          </p:cNvPr>
          <p:cNvSpPr txBox="1"/>
          <p:nvPr/>
        </p:nvSpPr>
        <p:spPr>
          <a:xfrm>
            <a:off x="1344634" y="5186011"/>
            <a:ext cx="133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Window = 4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5AB44D-EE31-6023-C647-2452D6B46D3A}"/>
              </a:ext>
            </a:extLst>
          </p:cNvPr>
          <p:cNvSpPr txBox="1"/>
          <p:nvPr/>
        </p:nvSpPr>
        <p:spPr>
          <a:xfrm>
            <a:off x="1865609" y="2274317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Ground Truth: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66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FE33ED5-2A41-E388-DAB0-94A16336DC9D}"/>
              </a:ext>
            </a:extLst>
          </p:cNvPr>
          <p:cNvSpPr txBox="1"/>
          <p:nvPr/>
        </p:nvSpPr>
        <p:spPr>
          <a:xfrm>
            <a:off x="304800" y="483476"/>
            <a:ext cx="4866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深层语义关系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7AD096-F1CF-3A27-B046-3E05BB1FEB24}"/>
              </a:ext>
            </a:extLst>
          </p:cNvPr>
          <p:cNvSpPr txBox="1"/>
          <p:nvPr/>
        </p:nvSpPr>
        <p:spPr>
          <a:xfrm>
            <a:off x="530352" y="233702"/>
            <a:ext cx="8611362" cy="5133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qa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"What kind of job is Joanna beginning to preform the duties of because of her movie scripts?"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"answer"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"filmmaker."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"evidence"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"D29:1"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evidence_text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said:Nate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can you believe it? I'm finally filming my own movie from the road-trip script!"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retrieve_text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said:Nate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can you believe it? I'm finally filming my own movie from the road-trip script!"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said:I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am writing another movie script! It's a love story with lots of challenges. I've put lots of hard work into it and I'm hoping to get it on the big screen."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"Nate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said:Congrats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Joanna! Not surprised at all that your hard work paid off. Must feel awesome to see your script come alive in a movie! Pretty cool when something you love brings success, right? Tell me more about your movie!"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said:Great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hear! I just finished with the intro to my next movie script, and I decided to include this at the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begining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said:Wow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Nate, I'm on fire! I just set up meetings with movie producers — my dreams are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comin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true!"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</a:t>
            </a: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</a:t>
            </a:r>
          </a:p>
        </p:txBody>
      </p:sp>
    </p:spTree>
    <p:extLst>
      <p:ext uri="{BB962C8B-B14F-4D97-AF65-F5344CB8AC3E}">
        <p14:creationId xmlns:p14="http://schemas.microsoft.com/office/powerpoint/2010/main" val="4244064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F87269B-0DFB-89A5-C4B5-FB05CA9DA700}"/>
              </a:ext>
            </a:extLst>
          </p:cNvPr>
          <p:cNvSpPr txBox="1"/>
          <p:nvPr/>
        </p:nvSpPr>
        <p:spPr>
          <a:xfrm>
            <a:off x="0" y="-56713"/>
            <a:ext cx="12034345" cy="6914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"Nate"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"D28:29"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"Definitely! I'd love to have you over again. Maybe we can watch one of your movies together or go to the park!"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"D28:30"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 sure! I'd love to do either of those things with you!"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"Nate"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"D28:31"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"Sounds good. Well I'll make sure I give the turtles a bath before you get here so they're ready to play."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"D28:32"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"Alright, see you tomorrow!"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"Nate"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"D28:33"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"Bye Joanna!"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"session_29_date_time"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"12:06 am on 11 November, 2022"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"session_29"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img_url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"https://i.redd.it/l7riz754xlj41.jpg"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blip_caption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photo of a person holding a clap board with a dog sleeping in a dog bed"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"query"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"movie clapperboard movie set"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"D29:1"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"Nate, can you believe it? I'm finally filming my own movie from the road-trip script!"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</p:txBody>
      </p:sp>
    </p:spTree>
    <p:extLst>
      <p:ext uri="{BB962C8B-B14F-4D97-AF65-F5344CB8AC3E}">
        <p14:creationId xmlns:p14="http://schemas.microsoft.com/office/powerpoint/2010/main" val="19569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834A3CD-AF5E-2E5C-2520-ACA79AD59097}"/>
              </a:ext>
            </a:extLst>
          </p:cNvPr>
          <p:cNvSpPr txBox="1"/>
          <p:nvPr/>
        </p:nvSpPr>
        <p:spPr>
          <a:xfrm>
            <a:off x="1061544" y="1542532"/>
            <a:ext cx="9259614" cy="244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dia_id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"D29:1"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"speaker"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"Joanna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said:Nate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can you believe it? I'm finally filming my own movie from the road-trip script!"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"time"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"12:06 am on 11 November, 2022"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hierarchical_content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"What is Joanna's movie about?\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nJoanna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is excited about filming her own movie\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nJoanna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wrote a road-trip script | [context] | Joanna 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said:Nate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can you believe it? I'm finally filming my own movie from the road-trip script!"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h_length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</a:t>
            </a:r>
          </a:p>
        </p:txBody>
      </p:sp>
    </p:spTree>
    <p:extLst>
      <p:ext uri="{BB962C8B-B14F-4D97-AF65-F5344CB8AC3E}">
        <p14:creationId xmlns:p14="http://schemas.microsoft.com/office/powerpoint/2010/main" val="3504097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3B806-A20E-AF7F-1385-0B9AEA31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75036C2-E8F3-A2C1-BBD0-84F69CD7B249}"/>
              </a:ext>
            </a:extLst>
          </p:cNvPr>
          <p:cNvSpPr txBox="1"/>
          <p:nvPr/>
        </p:nvSpPr>
        <p:spPr>
          <a:xfrm>
            <a:off x="2151918" y="1947337"/>
            <a:ext cx="8196628" cy="172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Joanna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said:Alright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see you tomorrow!"</a:t>
            </a: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Nate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said:Bye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Joanna!</a:t>
            </a:r>
          </a:p>
          <a:p>
            <a:pPr>
              <a:lnSpc>
                <a:spcPts val="1425"/>
              </a:lnSpc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Joanna </a:t>
            </a:r>
            <a:r>
              <a:rPr lang="en-US" altLang="zh-CN" dirty="0" err="1">
                <a:latin typeface="Consolas" panose="020B0609020204030204" pitchFamily="49" charset="0"/>
              </a:rPr>
              <a:t>said: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Nate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can you believe it? I'm finally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filming my own movie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from the road-trip script!.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B742A0-58EE-06FC-0C29-265351FC1338}"/>
              </a:ext>
            </a:extLst>
          </p:cNvPr>
          <p:cNvSpPr txBox="1"/>
          <p:nvPr/>
        </p:nvSpPr>
        <p:spPr>
          <a:xfrm>
            <a:off x="2151918" y="1323836"/>
            <a:ext cx="7616336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Query:</a:t>
            </a:r>
            <a:r>
              <a:rPr lang="en-US" altLang="zh-C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kind of job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is Joanna beginning to preform the duties of because of her movie scripts?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0D6A15-A68B-10DD-842E-54801B873CEC}"/>
              </a:ext>
            </a:extLst>
          </p:cNvPr>
          <p:cNvSpPr txBox="1"/>
          <p:nvPr/>
        </p:nvSpPr>
        <p:spPr>
          <a:xfrm>
            <a:off x="2164734" y="2843850"/>
            <a:ext cx="33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Ground Truth:</a:t>
            </a:r>
            <a:endParaRPr lang="zh-CN" altLang="en-US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DE69869-8D98-D84E-B2FD-183BAF7086DE}"/>
              </a:ext>
            </a:extLst>
          </p:cNvPr>
          <p:cNvSpPr/>
          <p:nvPr/>
        </p:nvSpPr>
        <p:spPr>
          <a:xfrm>
            <a:off x="1835897" y="1916937"/>
            <a:ext cx="8011487" cy="890272"/>
          </a:xfrm>
          <a:prstGeom prst="roundRect">
            <a:avLst/>
          </a:prstGeom>
          <a:noFill/>
          <a:ln w="19050"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267B97DF-421D-A550-9E43-11A5C3D5391B}"/>
              </a:ext>
            </a:extLst>
          </p:cNvPr>
          <p:cNvSpPr/>
          <p:nvPr/>
        </p:nvSpPr>
        <p:spPr>
          <a:xfrm>
            <a:off x="1618488" y="1947337"/>
            <a:ext cx="123246" cy="74099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48A3A0-E92C-49E8-4767-68676715ECD2}"/>
              </a:ext>
            </a:extLst>
          </p:cNvPr>
          <p:cNvSpPr txBox="1"/>
          <p:nvPr/>
        </p:nvSpPr>
        <p:spPr>
          <a:xfrm>
            <a:off x="643958" y="2133170"/>
            <a:ext cx="114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Window</a:t>
            </a:r>
            <a:endParaRPr lang="zh-CN" altLang="en-US" dirty="0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07457E08-B058-C91D-E7E6-FD2C6E2B50A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768254" y="1556785"/>
            <a:ext cx="587849" cy="2628994"/>
          </a:xfrm>
          <a:prstGeom prst="bentConnector2">
            <a:avLst/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4E2BD16-8728-AF76-B8D6-23ED4AC04AAF}"/>
              </a:ext>
            </a:extLst>
          </p:cNvPr>
          <p:cNvCxnSpPr>
            <a:cxnSpLocks/>
          </p:cNvCxnSpPr>
          <p:nvPr/>
        </p:nvCxnSpPr>
        <p:spPr>
          <a:xfrm>
            <a:off x="6810680" y="3129100"/>
            <a:ext cx="3545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37D94A0-5162-C9A8-3DA9-764D8C57CD23}"/>
              </a:ext>
            </a:extLst>
          </p:cNvPr>
          <p:cNvSpPr txBox="1"/>
          <p:nvPr/>
        </p:nvSpPr>
        <p:spPr>
          <a:xfrm>
            <a:off x="6620128" y="2783489"/>
            <a:ext cx="3926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Non-displayed semantic association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448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46FE0-235F-6BD4-9CB4-7826CE1B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BCF1D98-7398-2B50-50F6-E2A3F1E978BD}"/>
              </a:ext>
            </a:extLst>
          </p:cNvPr>
          <p:cNvSpPr txBox="1"/>
          <p:nvPr/>
        </p:nvSpPr>
        <p:spPr>
          <a:xfrm>
            <a:off x="2127240" y="638212"/>
            <a:ext cx="7726016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Query: </a:t>
            </a:r>
            <a:r>
              <a:rPr lang="en-US" altLang="zh-CN" dirty="0">
                <a:effectLst/>
                <a:latin typeface="Consolas" panose="020B0609020204030204" pitchFamily="49" charset="0"/>
              </a:rPr>
              <a:t>What kind of job is Joanna beginning to preform the duties of because of her movie scripts?</a:t>
            </a:r>
            <a:endParaRPr lang="en-US" altLang="zh-CN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E4E989F-6AE8-6067-0867-96F6E8805F97}"/>
              </a:ext>
            </a:extLst>
          </p:cNvPr>
          <p:cNvSpPr/>
          <p:nvPr/>
        </p:nvSpPr>
        <p:spPr>
          <a:xfrm rot="5400000">
            <a:off x="5049811" y="1273343"/>
            <a:ext cx="569306" cy="34044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422FF9-3D3C-1F1C-E573-0E5C54F929EC}"/>
              </a:ext>
            </a:extLst>
          </p:cNvPr>
          <p:cNvSpPr txBox="1"/>
          <p:nvPr/>
        </p:nvSpPr>
        <p:spPr>
          <a:xfrm>
            <a:off x="1344634" y="1917192"/>
            <a:ext cx="9787392" cy="172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Joanna </a:t>
            </a:r>
            <a:r>
              <a:rPr lang="en-US" altLang="zh-C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said:Nate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can you believe it? I'm finally filming my own movie from the road-trip script!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Joanna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am writing another movie script! It's a love story with lots of challenges. …</a:t>
            </a: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Font typeface="+mj-lt"/>
              <a:buAutoNum type="arabicPeriod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Nate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said:Congrats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Joanna! Not surprised at all that your hard work paid off. …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978AF4-6FFC-6827-4759-4C36FE4F405F}"/>
              </a:ext>
            </a:extLst>
          </p:cNvPr>
          <p:cNvSpPr txBox="1"/>
          <p:nvPr/>
        </p:nvSpPr>
        <p:spPr>
          <a:xfrm>
            <a:off x="5650992" y="1225296"/>
            <a:ext cx="20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Successfully Recall 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58181D-1310-58E9-6E34-12024C8874AF}"/>
              </a:ext>
            </a:extLst>
          </p:cNvPr>
          <p:cNvSpPr txBox="1"/>
          <p:nvPr/>
        </p:nvSpPr>
        <p:spPr>
          <a:xfrm>
            <a:off x="2676906" y="4452926"/>
            <a:ext cx="6094476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Instruction 1:</a:t>
            </a: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What is Joanna's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movie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scripts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about?</a:t>
            </a:r>
          </a:p>
          <a:p>
            <a:pPr>
              <a:lnSpc>
                <a:spcPts val="1425"/>
              </a:lnSpc>
            </a:pPr>
            <a:endParaRPr lang="en-US" altLang="zh-CN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Instruction 2: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Joanna is excited about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filming her own movie</a:t>
            </a:r>
          </a:p>
          <a:p>
            <a:pPr>
              <a:lnSpc>
                <a:spcPts val="1425"/>
              </a:lnSpc>
            </a:pPr>
            <a:endParaRPr lang="en-US" altLang="zh-CN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Instruction 3: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Joanna wrote a road-trip script</a:t>
            </a:r>
          </a:p>
          <a:p>
            <a:pPr>
              <a:lnSpc>
                <a:spcPts val="1425"/>
              </a:lnSpc>
            </a:pPr>
            <a:endParaRPr lang="en-US" altLang="zh-CN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Joanna </a:t>
            </a:r>
            <a:r>
              <a:rPr lang="en-US" altLang="zh-CN" b="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said:Nate</a:t>
            </a:r>
            <a:r>
              <a:rPr lang="en-US" altLang="zh-CN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 can you believe it? I'm finally filming my own movie from the road-trip script!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724E3D67-994F-9460-6A0E-96BE7ABAC0A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4824" y="3301217"/>
            <a:ext cx="3401568" cy="1041949"/>
          </a:xfrm>
          <a:prstGeom prst="bentConnector3">
            <a:avLst>
              <a:gd name="adj1" fmla="val 100000"/>
            </a:avLst>
          </a:prstGeom>
          <a:ln>
            <a:solidFill>
              <a:schemeClr val="dk1">
                <a:alpha val="99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F9A368B-8343-0D1E-0291-92B2A3C06B41}"/>
              </a:ext>
            </a:extLst>
          </p:cNvPr>
          <p:cNvSpPr txBox="1"/>
          <p:nvPr/>
        </p:nvSpPr>
        <p:spPr>
          <a:xfrm>
            <a:off x="1437101" y="3844058"/>
            <a:ext cx="34445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Dynamic Context Aware System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E70B787-3530-E790-894C-2547ADA3557F}"/>
              </a:ext>
            </a:extLst>
          </p:cNvPr>
          <p:cNvSpPr txBox="1"/>
          <p:nvPr/>
        </p:nvSpPr>
        <p:spPr>
          <a:xfrm>
            <a:off x="1344633" y="5198716"/>
            <a:ext cx="133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Window = 4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18007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235CF96-0154-E0F2-1052-012CD2A8C6AE}"/>
              </a:ext>
            </a:extLst>
          </p:cNvPr>
          <p:cNvGrpSpPr/>
          <p:nvPr/>
        </p:nvGrpSpPr>
        <p:grpSpPr>
          <a:xfrm>
            <a:off x="211036" y="443757"/>
            <a:ext cx="4549155" cy="2629378"/>
            <a:chOff x="251083" y="407395"/>
            <a:chExt cx="3934275" cy="203699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2B6D07E-37BB-0B74-DF40-459F564BF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019" y="631912"/>
              <a:ext cx="3867339" cy="1552886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645DB44-0829-A88B-EF46-F151A7F54FEB}"/>
                </a:ext>
              </a:extLst>
            </p:cNvPr>
            <p:cNvSpPr/>
            <p:nvPr/>
          </p:nvSpPr>
          <p:spPr>
            <a:xfrm>
              <a:off x="251083" y="407395"/>
              <a:ext cx="3934275" cy="2036233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5D63660-6E40-BE69-0995-2B3D0B385043}"/>
                </a:ext>
              </a:extLst>
            </p:cNvPr>
            <p:cNvSpPr txBox="1"/>
            <p:nvPr/>
          </p:nvSpPr>
          <p:spPr>
            <a:xfrm>
              <a:off x="1191647" y="2136617"/>
              <a:ext cx="22583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 Truncation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7CD67B6-C4C0-D2FC-9C9E-51A83C9E5953}"/>
              </a:ext>
            </a:extLst>
          </p:cNvPr>
          <p:cNvGrpSpPr/>
          <p:nvPr/>
        </p:nvGrpSpPr>
        <p:grpSpPr>
          <a:xfrm>
            <a:off x="5349774" y="443757"/>
            <a:ext cx="4585887" cy="2629378"/>
            <a:chOff x="2612712" y="2276268"/>
            <a:chExt cx="3966042" cy="203623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F81FA76-A68A-54DA-9F12-16ED5F8F1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2712" y="2611758"/>
              <a:ext cx="3936238" cy="1330935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6C4A665-543C-1432-A4D8-D0E05982CAA2}"/>
                </a:ext>
              </a:extLst>
            </p:cNvPr>
            <p:cNvSpPr/>
            <p:nvPr/>
          </p:nvSpPr>
          <p:spPr>
            <a:xfrm>
              <a:off x="2644479" y="2276268"/>
              <a:ext cx="3934275" cy="2036233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EF44040-B2D7-8DFB-6E35-52E61508F672}"/>
                </a:ext>
              </a:extLst>
            </p:cNvPr>
            <p:cNvSpPr txBox="1"/>
            <p:nvPr/>
          </p:nvSpPr>
          <p:spPr>
            <a:xfrm>
              <a:off x="3977215" y="3973707"/>
              <a:ext cx="1393441" cy="238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 Noise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E73BD5A-A5D7-7AC7-5350-EB39FA4AFC95}"/>
              </a:ext>
            </a:extLst>
          </p:cNvPr>
          <p:cNvGrpSpPr/>
          <p:nvPr/>
        </p:nvGrpSpPr>
        <p:grpSpPr>
          <a:xfrm>
            <a:off x="2901466" y="3429000"/>
            <a:ext cx="4565103" cy="2695434"/>
            <a:chOff x="2644479" y="4378010"/>
            <a:chExt cx="3959366" cy="2036233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34958F0-17AF-65ED-5130-EEF3330A6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479" y="4713503"/>
              <a:ext cx="3936238" cy="1255033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DF73188-A846-B185-2412-1F0F5CE05540}"/>
                </a:ext>
              </a:extLst>
            </p:cNvPr>
            <p:cNvSpPr/>
            <p:nvPr/>
          </p:nvSpPr>
          <p:spPr>
            <a:xfrm>
              <a:off x="2669570" y="4378010"/>
              <a:ext cx="3934275" cy="2036233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FD26095-7721-6909-9849-F1AC544D3C1D}"/>
                </a:ext>
              </a:extLst>
            </p:cNvPr>
            <p:cNvSpPr txBox="1"/>
            <p:nvPr/>
          </p:nvSpPr>
          <p:spPr>
            <a:xfrm>
              <a:off x="3278718" y="5923823"/>
              <a:ext cx="31626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Non-explicit Semantic Associations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7600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7F60D-7887-E68C-3370-901FFF75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2DF989-6991-2D26-A418-4CD355E3702F}"/>
              </a:ext>
            </a:extLst>
          </p:cNvPr>
          <p:cNvSpPr txBox="1"/>
          <p:nvPr/>
        </p:nvSpPr>
        <p:spPr>
          <a:xfrm>
            <a:off x="1485258" y="943076"/>
            <a:ext cx="10002780" cy="472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endParaRPr lang="en-US" altLang="zh-CN" sz="2400" b="0" dirty="0">
              <a:solidFill>
                <a:srgbClr val="CE9178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ea typeface="黑体" panose="02010609060101010101" pitchFamily="49" charset="-122"/>
              </a:rPr>
              <a:t>约翰说：谢谢，玛丽亚！我当时真的特别激动。现在我当上助理经理了，感觉之前所有的努力都没有白费 </a:t>
            </a:r>
            <a:r>
              <a:rPr lang="en-US" altLang="zh-CN" sz="2400" dirty="0">
                <a:ea typeface="黑体" panose="02010609060101010101" pitchFamily="49" charset="-122"/>
              </a:rPr>
              <a:t>—— </a:t>
            </a:r>
            <a:r>
              <a:rPr lang="zh-CN" altLang="en-US" sz="2400" dirty="0">
                <a:ea typeface="黑体" panose="02010609060101010101" pitchFamily="49" charset="-122"/>
              </a:rPr>
              <a:t>这就像是我迈向更高目标的一块垫脚石。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玛丽亚说：哇，约翰！恭喜你升职！这个奖杯背后有什么故事吗？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ea typeface="黑体" panose="02010609060101010101" pitchFamily="49" charset="-122"/>
              </a:rPr>
              <a:t>约翰说：谢谢你，玛丽亚！它是对我这段历程的纪念，象征着我为走到今天所克服的所有困难。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玛丽亚说：太棒了，所以你有个东西能时刻提醒自己这一切</a:t>
            </a:r>
            <a:r>
              <a:rPr lang="en-US" altLang="zh-CN" sz="2400" dirty="0">
                <a:ea typeface="黑体" panose="02010609060101010101" pitchFamily="49" charset="-122"/>
              </a:rPr>
              <a:t>……</a:t>
            </a:r>
          </a:p>
          <a:p>
            <a:pPr>
              <a:lnSpc>
                <a:spcPts val="2000"/>
              </a:lnSpc>
            </a:pPr>
            <a:endParaRPr lang="en-US" altLang="zh-CN" sz="2400" dirty="0"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ea typeface="黑体" panose="02010609060101010101" pitchFamily="49" charset="-122"/>
              </a:rPr>
              <a:t>约翰说：</a:t>
            </a:r>
            <a:r>
              <a:rPr lang="en-US" altLang="zh-CN" sz="2400" dirty="0">
                <a:ea typeface="黑体" panose="02010609060101010101" pitchFamily="49" charset="-122"/>
              </a:rPr>
              <a:t>…… </a:t>
            </a:r>
            <a:r>
              <a:rPr lang="zh-CN" altLang="en-US" sz="2400" dirty="0">
                <a:ea typeface="黑体" panose="02010609060101010101" pitchFamily="49" charset="-122"/>
              </a:rPr>
              <a:t>不过，有了家人的支持，再加上我自己的坚持，我还是挺了过来。</a:t>
            </a:r>
            <a:r>
              <a:rPr lang="en-US" altLang="zh-CN" sz="2400" dirty="0">
                <a:ea typeface="黑体" panose="02010609060101010101" pitchFamily="49" charset="-122"/>
              </a:rPr>
              <a:t>……</a:t>
            </a:r>
            <a:endParaRPr lang="en-US" altLang="zh-CN" sz="2400" b="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4876CA-E540-C0B5-FFF9-4F073ABC514C}"/>
              </a:ext>
            </a:extLst>
          </p:cNvPr>
          <p:cNvSpPr txBox="1"/>
          <p:nvPr/>
        </p:nvSpPr>
        <p:spPr>
          <a:xfrm>
            <a:off x="1791569" y="197566"/>
            <a:ext cx="86088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查询：约翰是如何描述自己在晋升为助理经理的过程中所获得的支持的？</a:t>
            </a:r>
            <a:endParaRPr lang="en-US" altLang="zh-CN" sz="2400" dirty="0"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6ACFAD-6E29-836A-1B8D-547BC70B84E7}"/>
              </a:ext>
            </a:extLst>
          </p:cNvPr>
          <p:cNvSpPr txBox="1"/>
          <p:nvPr/>
        </p:nvSpPr>
        <p:spPr>
          <a:xfrm>
            <a:off x="1485258" y="4365953"/>
            <a:ext cx="33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标注的召回内容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41F6165C-D53D-7461-4824-1D07FAE66BD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400430" y="613065"/>
            <a:ext cx="1603935" cy="3904864"/>
          </a:xfrm>
          <a:prstGeom prst="bentConnector2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084526F-49D0-9ADA-49C7-45C42FC8A31F}"/>
              </a:ext>
            </a:extLst>
          </p:cNvPr>
          <p:cNvCxnSpPr>
            <a:cxnSpLocks/>
          </p:cNvCxnSpPr>
          <p:nvPr/>
        </p:nvCxnSpPr>
        <p:spPr>
          <a:xfrm>
            <a:off x="10155921" y="2772515"/>
            <a:ext cx="16141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53753DB-1A08-963B-F2BE-330D51B87478}"/>
              </a:ext>
            </a:extLst>
          </p:cNvPr>
          <p:cNvSpPr txBox="1"/>
          <p:nvPr/>
        </p:nvSpPr>
        <p:spPr>
          <a:xfrm>
            <a:off x="10374549" y="2367264"/>
            <a:ext cx="196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E黑体brima"/>
              </a:rPr>
              <a:t>信息截断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F9A5140-D319-2D43-13D7-179225EB16FA}"/>
              </a:ext>
            </a:extLst>
          </p:cNvPr>
          <p:cNvGrpSpPr/>
          <p:nvPr/>
        </p:nvGrpSpPr>
        <p:grpSpPr>
          <a:xfrm>
            <a:off x="12940" y="2848167"/>
            <a:ext cx="11346511" cy="1532999"/>
            <a:chOff x="141527" y="2673831"/>
            <a:chExt cx="11346511" cy="109150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2D8037E-0021-BE45-2031-A8434FDE15F1}"/>
                </a:ext>
              </a:extLst>
            </p:cNvPr>
            <p:cNvSpPr/>
            <p:nvPr/>
          </p:nvSpPr>
          <p:spPr>
            <a:xfrm>
              <a:off x="1407301" y="2673831"/>
              <a:ext cx="10080737" cy="1091502"/>
            </a:xfrm>
            <a:prstGeom prst="round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左大括号 10">
              <a:extLst>
                <a:ext uri="{FF2B5EF4-FFF2-40B4-BE49-F238E27FC236}">
                  <a16:creationId xmlns:a16="http://schemas.microsoft.com/office/drawing/2014/main" id="{F6D8C660-5765-0680-9A9D-FBD7BF534419}"/>
                </a:ext>
              </a:extLst>
            </p:cNvPr>
            <p:cNvSpPr/>
            <p:nvPr/>
          </p:nvSpPr>
          <p:spPr>
            <a:xfrm>
              <a:off x="1192432" y="2700877"/>
              <a:ext cx="225700" cy="99958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947A97A-730E-5E74-F51A-C4667E603B11}"/>
                </a:ext>
              </a:extLst>
            </p:cNvPr>
            <p:cNvSpPr txBox="1"/>
            <p:nvPr/>
          </p:nvSpPr>
          <p:spPr>
            <a:xfrm>
              <a:off x="141527" y="3034916"/>
              <a:ext cx="1204142" cy="274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固定窗口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9B3FC845-55F7-C6F1-F300-1F0C70349207}"/>
              </a:ext>
            </a:extLst>
          </p:cNvPr>
          <p:cNvSpPr txBox="1"/>
          <p:nvPr/>
        </p:nvSpPr>
        <p:spPr>
          <a:xfrm>
            <a:off x="2736085" y="6041606"/>
            <a:ext cx="695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Truncation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D37DA5-A5B6-0E64-F09C-41276BA0FE6F}"/>
              </a:ext>
            </a:extLst>
          </p:cNvPr>
          <p:cNvSpPr/>
          <p:nvPr/>
        </p:nvSpPr>
        <p:spPr>
          <a:xfrm>
            <a:off x="1203262" y="1018727"/>
            <a:ext cx="10346408" cy="4578989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137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1AD3-AE37-7310-304C-3BA07DEA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E82D42-F1A6-2378-E475-2E483C9E2121}"/>
              </a:ext>
            </a:extLst>
          </p:cNvPr>
          <p:cNvSpPr txBox="1"/>
          <p:nvPr/>
        </p:nvSpPr>
        <p:spPr>
          <a:xfrm>
            <a:off x="3659449" y="558878"/>
            <a:ext cx="6097604" cy="364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2400" dirty="0"/>
              <a:t>问题：卡罗琳调查了什么？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637BEA-41F6-2AFF-7E82-8D5D792B66EE}"/>
              </a:ext>
            </a:extLst>
          </p:cNvPr>
          <p:cNvSpPr txBox="1"/>
          <p:nvPr/>
        </p:nvSpPr>
        <p:spPr>
          <a:xfrm>
            <a:off x="1605011" y="1507958"/>
            <a:ext cx="8751771" cy="267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卡罗琳说：太棒了，梅勒妮！给自己留点时间真的很重要。你把自己和家人都照顾得特别好，做得超棒！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梅勒妮说：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……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我们打算下个月去露营。你夏天有什么好玩的计划吗？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</a:p>
          <a:p>
            <a:pPr>
              <a:lnSpc>
                <a:spcPts val="2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卡罗琳说：我一直在调研收养机构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——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这一直是我的梦想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en-US" altLang="zh-CN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D58F941A-4E26-6571-7480-4BBAE81E4C9B}"/>
              </a:ext>
            </a:extLst>
          </p:cNvPr>
          <p:cNvSpPr/>
          <p:nvPr/>
        </p:nvSpPr>
        <p:spPr>
          <a:xfrm>
            <a:off x="1011296" y="1690130"/>
            <a:ext cx="237650" cy="139596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77C787-DB33-F0A1-861B-038BEF50EDA8}"/>
              </a:ext>
            </a:extLst>
          </p:cNvPr>
          <p:cNvSpPr txBox="1"/>
          <p:nvPr/>
        </p:nvSpPr>
        <p:spPr>
          <a:xfrm>
            <a:off x="8288974" y="2018782"/>
            <a:ext cx="249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信息噪声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56A0B0A-337E-913B-DBE8-903710412B4F}"/>
              </a:ext>
            </a:extLst>
          </p:cNvPr>
          <p:cNvSpPr/>
          <p:nvPr/>
        </p:nvSpPr>
        <p:spPr>
          <a:xfrm>
            <a:off x="1531590" y="1282421"/>
            <a:ext cx="8751771" cy="2071074"/>
          </a:xfrm>
          <a:prstGeom prst="roundRect">
            <a:avLst/>
          </a:prstGeom>
          <a:noFill/>
          <a:ln w="19050"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67193A0F-2C7C-E0D6-14B7-416459D8F9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52569" y="962887"/>
            <a:ext cx="3344687" cy="2859126"/>
          </a:xfrm>
          <a:prstGeom prst="bentConnector3">
            <a:avLst>
              <a:gd name="adj1" fmla="val -406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C59B8E6-0D66-5724-E122-5522A2EA7547}"/>
              </a:ext>
            </a:extLst>
          </p:cNvPr>
          <p:cNvCxnSpPr>
            <a:cxnSpLocks/>
          </p:cNvCxnSpPr>
          <p:nvPr/>
        </p:nvCxnSpPr>
        <p:spPr>
          <a:xfrm flipV="1">
            <a:off x="8288974" y="2388114"/>
            <a:ext cx="2243741" cy="21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0884C24-B66E-12AB-65CD-A057560A0ABC}"/>
              </a:ext>
            </a:extLst>
          </p:cNvPr>
          <p:cNvSpPr txBox="1"/>
          <p:nvPr/>
        </p:nvSpPr>
        <p:spPr>
          <a:xfrm>
            <a:off x="1663226" y="3394366"/>
            <a:ext cx="33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标注的召回内容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94052F-C1B4-60B3-7526-BE69AA85FF2A}"/>
              </a:ext>
            </a:extLst>
          </p:cNvPr>
          <p:cNvSpPr txBox="1"/>
          <p:nvPr/>
        </p:nvSpPr>
        <p:spPr>
          <a:xfrm>
            <a:off x="-35306" y="2224579"/>
            <a:ext cx="123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固定窗口</a:t>
            </a:r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59CB23-5D66-81AF-BDA9-67C1191E1522}"/>
              </a:ext>
            </a:extLst>
          </p:cNvPr>
          <p:cNvSpPr txBox="1"/>
          <p:nvPr/>
        </p:nvSpPr>
        <p:spPr>
          <a:xfrm>
            <a:off x="2094215" y="5055403"/>
            <a:ext cx="695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Noise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F90893-49EB-AF08-287D-44880A6644F2}"/>
              </a:ext>
            </a:extLst>
          </p:cNvPr>
          <p:cNvSpPr/>
          <p:nvPr/>
        </p:nvSpPr>
        <p:spPr>
          <a:xfrm>
            <a:off x="1407318" y="1064421"/>
            <a:ext cx="9001125" cy="3323558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222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86CE-0B1D-E6F8-3860-637777C9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2C5C90-BE15-D46E-1A2F-265BBE2929CE}"/>
              </a:ext>
            </a:extLst>
          </p:cNvPr>
          <p:cNvSpPr txBox="1"/>
          <p:nvPr/>
        </p:nvSpPr>
        <p:spPr>
          <a:xfrm>
            <a:off x="2151918" y="1947337"/>
            <a:ext cx="8196628" cy="215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Joanna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said:Alright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, see you tomorrow!"</a:t>
            </a:r>
          </a:p>
          <a:p>
            <a:pPr>
              <a:lnSpc>
                <a:spcPts val="2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Nate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said:Bye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 Joanna!</a:t>
            </a:r>
          </a:p>
          <a:p>
            <a:pPr>
              <a:lnSpc>
                <a:spcPts val="2000"/>
              </a:lnSpc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Joanna </a:t>
            </a:r>
            <a:r>
              <a:rPr lang="en-US" altLang="zh-CN" sz="2400" dirty="0" err="1">
                <a:latin typeface="Times New Roman" panose="02020603050405020304" pitchFamily="18" charset="0"/>
              </a:rPr>
              <a:t>said: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Nate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, can you believe it? I'm finally 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filming my own movie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 from the road-trip script!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A9F752-0CC3-C981-E9A5-86D32BD42C5D}"/>
              </a:ext>
            </a:extLst>
          </p:cNvPr>
          <p:cNvSpPr txBox="1"/>
          <p:nvPr/>
        </p:nvSpPr>
        <p:spPr>
          <a:xfrm>
            <a:off x="2151918" y="1012174"/>
            <a:ext cx="7616336" cy="613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4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Query</a:t>
            </a:r>
            <a:r>
              <a:rPr lang="en-US" altLang="zh-CN" sz="2400" dirty="0" err="1">
                <a:latin typeface="Times New Roman" panose="02020603050405020304" pitchFamily="18" charset="0"/>
              </a:rPr>
              <a:t>: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What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kind of job </a:t>
            </a:r>
            <a:r>
              <a:rPr lang="en-US" altLang="zh-CN" sz="2400" dirty="0">
                <a:latin typeface="Times New Roman" panose="02020603050405020304" pitchFamily="18" charset="0"/>
              </a:rPr>
              <a:t>is Joanna beginning to preform the duties of because of her movie scripts?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2EDB30-13A7-64BF-7BFA-8CF77D1CEB51}"/>
              </a:ext>
            </a:extLst>
          </p:cNvPr>
          <p:cNvSpPr txBox="1"/>
          <p:nvPr/>
        </p:nvSpPr>
        <p:spPr>
          <a:xfrm>
            <a:off x="2151918" y="2944434"/>
            <a:ext cx="33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Ground Truth:</a:t>
            </a:r>
            <a:endParaRPr lang="zh-CN" altLang="en-US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CE26FE4-6A0A-402E-2B52-9151C87F2221}"/>
              </a:ext>
            </a:extLst>
          </p:cNvPr>
          <p:cNvSpPr/>
          <p:nvPr/>
        </p:nvSpPr>
        <p:spPr>
          <a:xfrm>
            <a:off x="1835897" y="1916937"/>
            <a:ext cx="8011487" cy="890272"/>
          </a:xfrm>
          <a:prstGeom prst="roundRect">
            <a:avLst/>
          </a:prstGeom>
          <a:noFill/>
          <a:ln w="19050"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D4F4A6B5-BE8D-AA76-D780-75222DFBF60A}"/>
              </a:ext>
            </a:extLst>
          </p:cNvPr>
          <p:cNvSpPr/>
          <p:nvPr/>
        </p:nvSpPr>
        <p:spPr>
          <a:xfrm>
            <a:off x="1618488" y="1947337"/>
            <a:ext cx="123246" cy="74099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8AFBC5-0944-5AF6-01A8-AC4DE4E96FC4}"/>
              </a:ext>
            </a:extLst>
          </p:cNvPr>
          <p:cNvSpPr txBox="1"/>
          <p:nvPr/>
        </p:nvSpPr>
        <p:spPr>
          <a:xfrm>
            <a:off x="643958" y="2133170"/>
            <a:ext cx="114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Window</a:t>
            </a:r>
            <a:endParaRPr lang="zh-CN" altLang="en-US" dirty="0"/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D6427F2-DD58-EE25-9B48-657299FD0D1C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75937" y="1995756"/>
            <a:ext cx="2556400" cy="1038750"/>
          </a:xfrm>
          <a:prstGeom prst="bentConnector3">
            <a:avLst>
              <a:gd name="adj1" fmla="val -21"/>
            </a:avLst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B402784-785D-7B08-3A23-EC8EBEE02316}"/>
              </a:ext>
            </a:extLst>
          </p:cNvPr>
          <p:cNvCxnSpPr>
            <a:cxnSpLocks/>
          </p:cNvCxnSpPr>
          <p:nvPr/>
        </p:nvCxnSpPr>
        <p:spPr>
          <a:xfrm>
            <a:off x="6810680" y="3129100"/>
            <a:ext cx="3545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1181F9B-31C3-D5DA-42D1-082730DF7929}"/>
              </a:ext>
            </a:extLst>
          </p:cNvPr>
          <p:cNvSpPr txBox="1"/>
          <p:nvPr/>
        </p:nvSpPr>
        <p:spPr>
          <a:xfrm>
            <a:off x="6845096" y="2747558"/>
            <a:ext cx="372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Non-explicit semantic association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F82262-29B1-E841-6EAC-647ED06D9DB7}"/>
              </a:ext>
            </a:extLst>
          </p:cNvPr>
          <p:cNvSpPr/>
          <p:nvPr/>
        </p:nvSpPr>
        <p:spPr>
          <a:xfrm>
            <a:off x="1788815" y="1751407"/>
            <a:ext cx="8619628" cy="2348122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CB9F96-2F3F-76D3-9D86-D023F24E9E7E}"/>
              </a:ext>
            </a:extLst>
          </p:cNvPr>
          <p:cNvSpPr txBox="1"/>
          <p:nvPr/>
        </p:nvSpPr>
        <p:spPr>
          <a:xfrm>
            <a:off x="2238605" y="4251720"/>
            <a:ext cx="8412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Non-explicit semantic association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58725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A0A5-D839-7084-DC35-B165FF42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8DC02B8-5700-50CB-04F3-91564982AEF7}"/>
              </a:ext>
            </a:extLst>
          </p:cNvPr>
          <p:cNvSpPr txBox="1"/>
          <p:nvPr/>
        </p:nvSpPr>
        <p:spPr>
          <a:xfrm>
            <a:off x="1373863" y="1528502"/>
            <a:ext cx="7612740" cy="243600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4AEA02-1966-C810-A7D8-1A0671B85F05}"/>
              </a:ext>
            </a:extLst>
          </p:cNvPr>
          <p:cNvSpPr txBox="1"/>
          <p:nvPr/>
        </p:nvSpPr>
        <p:spPr>
          <a:xfrm>
            <a:off x="2112952" y="423900"/>
            <a:ext cx="7726016" cy="613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Query: </a:t>
            </a:r>
            <a:r>
              <a:rPr lang="en-US" altLang="zh-CN" sz="2400" dirty="0">
                <a:effectLst/>
                <a:latin typeface="Times New Roman" panose="02020603050405020304" pitchFamily="18" charset="0"/>
              </a:rPr>
              <a:t>How does John describe </a:t>
            </a:r>
            <a:r>
              <a:rPr lang="en-US" altLang="zh-C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the support he received</a:t>
            </a:r>
            <a:r>
              <a:rPr lang="en-US" altLang="zh-CN" sz="2400" dirty="0">
                <a:effectLst/>
                <a:latin typeface="Times New Roman" panose="02020603050405020304" pitchFamily="18" charset="0"/>
              </a:rPr>
              <a:t> during his journey to </a:t>
            </a:r>
            <a:r>
              <a:rPr lang="en-US" altLang="zh-C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becoming assistant manager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5823DFC8-1E64-5072-D29C-4F29787AFD0F}"/>
              </a:ext>
            </a:extLst>
          </p:cNvPr>
          <p:cNvSpPr/>
          <p:nvPr/>
        </p:nvSpPr>
        <p:spPr>
          <a:xfrm rot="5400000">
            <a:off x="5035523" y="1059031"/>
            <a:ext cx="569306" cy="34044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E5C4ECB-FFD8-D54A-E4CE-91DD75435B96}"/>
              </a:ext>
            </a:extLst>
          </p:cNvPr>
          <p:cNvSpPr txBox="1"/>
          <p:nvPr/>
        </p:nvSpPr>
        <p:spPr>
          <a:xfrm>
            <a:off x="1330346" y="1702880"/>
            <a:ext cx="7892626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 John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said:Thanks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, Maria! I was really excited. It feels like all the hard work I've put in has paid off now that…</a:t>
            </a: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  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John </a:t>
            </a:r>
            <a:r>
              <a:rPr lang="en-US" altLang="zh-CN" sz="2400" b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said:Yeah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, I faced all kinds of hurdles - tech stuff, workplace stuff... but the worst was self-doubt. …</a:t>
            </a:r>
          </a:p>
          <a:p>
            <a:pPr marL="457200" indent="-4572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  John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said:I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 tried to stay calm and asked for assistance</a:t>
            </a:r>
            <a:r>
              <a:rPr lang="en-US" altLang="zh-CN" sz="2400" dirty="0">
                <a:latin typeface="Times New Roman" panose="02020603050405020304" pitchFamily="18" charset="0"/>
              </a:rPr>
              <a:t>…</a:t>
            </a:r>
          </a:p>
          <a:p>
            <a:pPr>
              <a:lnSpc>
                <a:spcPts val="2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345D20-F468-CB28-2F1D-A9ECF2FA2C10}"/>
              </a:ext>
            </a:extLst>
          </p:cNvPr>
          <p:cNvSpPr txBox="1"/>
          <p:nvPr/>
        </p:nvSpPr>
        <p:spPr>
          <a:xfrm>
            <a:off x="5636703" y="1010984"/>
            <a:ext cx="320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Successfully Recalled 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7FCEE56-588E-5ABD-4843-B3306ED49E12}"/>
              </a:ext>
            </a:extLst>
          </p:cNvPr>
          <p:cNvSpPr txBox="1"/>
          <p:nvPr/>
        </p:nvSpPr>
        <p:spPr>
          <a:xfrm>
            <a:off x="2532315" y="4773894"/>
            <a:ext cx="8961979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1:</a:t>
            </a:r>
          </a:p>
          <a:p>
            <a:pPr>
              <a:lnSpc>
                <a:spcPts val="2000"/>
              </a:lnSpc>
            </a:pPr>
            <a:r>
              <a:rPr lang="en-US" altLang="zh-CN" sz="2400" b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kind of hurdles did John face as an 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manager?</a:t>
            </a:r>
            <a:endParaRPr lang="en-US" altLang="zh-CN" sz="2400" dirty="0">
              <a:solidFill>
                <a:srgbClr val="CE91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2: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did John overcome self-doubt?</a:t>
            </a: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3: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 promotion mean to John? </a:t>
            </a:r>
          </a:p>
          <a:p>
            <a:pPr>
              <a:lnSpc>
                <a:spcPts val="2000"/>
              </a:lnSpc>
            </a:pPr>
            <a:endParaRPr lang="en-US" altLang="zh-CN" sz="2400" b="0" dirty="0">
              <a:solidFill>
                <a:srgbClr val="CE917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US" altLang="zh-CN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said:Yeah</a:t>
            </a:r>
            <a:r>
              <a:rPr lang="en-US" altLang="zh-C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 faced all kinds of hurdles - tech </a:t>
            </a:r>
            <a:r>
              <a:rPr lang="en-US" altLang="zh-CN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stuf</a:t>
            </a:r>
            <a:r>
              <a:rPr lang="en-US" altLang="zh-C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0D6E7D89-D20E-744F-8037-DFD680F791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661" y="3402029"/>
            <a:ext cx="2771318" cy="1041951"/>
          </a:xfrm>
          <a:prstGeom prst="bentConnector3">
            <a:avLst>
              <a:gd name="adj1" fmla="val 99823"/>
            </a:avLst>
          </a:prstGeom>
          <a:ln w="25400">
            <a:solidFill>
              <a:schemeClr val="dk1">
                <a:alpha val="99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C53124A-C373-264B-0407-E7B4CD358327}"/>
              </a:ext>
            </a:extLst>
          </p:cNvPr>
          <p:cNvSpPr txBox="1"/>
          <p:nvPr/>
        </p:nvSpPr>
        <p:spPr>
          <a:xfrm>
            <a:off x="1377024" y="4364324"/>
            <a:ext cx="34445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Dynamic Context-Aware Method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D81BF0B-7C4D-77AD-3C1D-D391496DB3D9}"/>
              </a:ext>
            </a:extLst>
          </p:cNvPr>
          <p:cNvSpPr txBox="1"/>
          <p:nvPr/>
        </p:nvSpPr>
        <p:spPr>
          <a:xfrm>
            <a:off x="1330346" y="4971699"/>
            <a:ext cx="133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Window = 4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A1A82C-42C4-11FE-55D1-827B84538E87}"/>
              </a:ext>
            </a:extLst>
          </p:cNvPr>
          <p:cNvSpPr txBox="1"/>
          <p:nvPr/>
        </p:nvSpPr>
        <p:spPr>
          <a:xfrm>
            <a:off x="1797431" y="235267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Ground Truth: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DE6A9AC8-45B8-E66B-05D6-953CB4DDCC8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62694" y="2263122"/>
            <a:ext cx="4418613" cy="1614096"/>
          </a:xfrm>
          <a:prstGeom prst="bentConnector3">
            <a:avLst>
              <a:gd name="adj1" fmla="val 99884"/>
            </a:avLst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530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005D-8EEF-B006-205D-5AACEF70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A20759EB-C3F6-3802-8903-FAFC7CF9FDEC}"/>
              </a:ext>
            </a:extLst>
          </p:cNvPr>
          <p:cNvSpPr txBox="1"/>
          <p:nvPr/>
        </p:nvSpPr>
        <p:spPr>
          <a:xfrm>
            <a:off x="1444239" y="1803535"/>
            <a:ext cx="7584257" cy="309050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1C0437-91C2-8EFB-610B-64FD93824A1E}"/>
              </a:ext>
            </a:extLst>
          </p:cNvPr>
          <p:cNvSpPr txBox="1"/>
          <p:nvPr/>
        </p:nvSpPr>
        <p:spPr>
          <a:xfrm>
            <a:off x="2632264" y="776487"/>
            <a:ext cx="4956954" cy="299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Caroline research?</a:t>
            </a:r>
            <a:endParaRPr lang="en-US" altLang="zh-C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8A19C74B-B317-8EF7-9CC0-171BAE18C838}"/>
              </a:ext>
            </a:extLst>
          </p:cNvPr>
          <p:cNvSpPr/>
          <p:nvPr/>
        </p:nvSpPr>
        <p:spPr>
          <a:xfrm rot="5400000">
            <a:off x="5049811" y="1273343"/>
            <a:ext cx="569306" cy="34044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90AD06-B571-DF2D-C3C0-2F682C57364F}"/>
              </a:ext>
            </a:extLst>
          </p:cNvPr>
          <p:cNvSpPr txBox="1"/>
          <p:nvPr/>
        </p:nvSpPr>
        <p:spPr>
          <a:xfrm>
            <a:off x="1545801" y="1801367"/>
            <a:ext cx="7482695" cy="317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Caroline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said:Cool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! What did it look like?</a:t>
            </a: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Caroline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said:Totally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 agree, Mel. Relaxing and expressing ourselves is key. Well, I'm off to go do some research.</a:t>
            </a: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Caroline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said:Since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 our last chat, I've been looking into counseling or mental health work more. …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Caroline </a:t>
            </a:r>
            <a:r>
              <a:rPr lang="en-US" altLang="zh-CN" sz="2400" b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said:Researching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 adoption agencies — it's been a dream to have a family and give a loving home to kids who need it.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8C7E6A-8CA0-411D-2D6A-2DB2C71CCC7C}"/>
              </a:ext>
            </a:extLst>
          </p:cNvPr>
          <p:cNvSpPr txBox="1"/>
          <p:nvPr/>
        </p:nvSpPr>
        <p:spPr>
          <a:xfrm>
            <a:off x="5650991" y="1225296"/>
            <a:ext cx="241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Successfully Recalled 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EC31A7-94E5-3057-C6D0-FE5BD7DFAEB3}"/>
              </a:ext>
            </a:extLst>
          </p:cNvPr>
          <p:cNvSpPr txBox="1"/>
          <p:nvPr/>
        </p:nvSpPr>
        <p:spPr>
          <a:xfrm>
            <a:off x="2433522" y="5632704"/>
            <a:ext cx="78386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Caroline </a:t>
            </a:r>
            <a:r>
              <a:rPr lang="en-US" altLang="zh-CN" sz="2400" b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said:Researching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 adoption agencies — it's been a dream to have a family and give a loving home to kids who need it.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ED4D367B-2A4A-8AB6-9317-F0BD5F9E9AE1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554004" y="4261017"/>
            <a:ext cx="2583521" cy="1175516"/>
          </a:xfrm>
          <a:prstGeom prst="bentConnector2">
            <a:avLst/>
          </a:prstGeom>
          <a:ln>
            <a:solidFill>
              <a:schemeClr val="dk1">
                <a:alpha val="99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F150FAD-6850-3F65-A92A-1809EA4CA91B}"/>
              </a:ext>
            </a:extLst>
          </p:cNvPr>
          <p:cNvSpPr txBox="1"/>
          <p:nvPr/>
        </p:nvSpPr>
        <p:spPr>
          <a:xfrm>
            <a:off x="1346450" y="5523431"/>
            <a:ext cx="1332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Window = 0</a:t>
            </a:r>
            <a:endParaRPr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7972B9-0029-B26E-C21E-4566D6A6F18B}"/>
              </a:ext>
            </a:extLst>
          </p:cNvPr>
          <p:cNvSpPr txBox="1"/>
          <p:nvPr/>
        </p:nvSpPr>
        <p:spPr>
          <a:xfrm>
            <a:off x="1545801" y="379446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Ground Truth: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EAE95A-8854-92CF-06A1-3B95FF62AF86}"/>
              </a:ext>
            </a:extLst>
          </p:cNvPr>
          <p:cNvSpPr txBox="1"/>
          <p:nvPr/>
        </p:nvSpPr>
        <p:spPr>
          <a:xfrm>
            <a:off x="1346450" y="5068090"/>
            <a:ext cx="34445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Dynamic Context-Aware Method</a:t>
            </a:r>
            <a:endParaRPr lang="zh-CN" altLang="en-US" dirty="0"/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AB5E661-98A2-1FB0-42B3-E51EDCC1639D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6339286" y="2175981"/>
            <a:ext cx="5029373" cy="2529507"/>
          </a:xfrm>
          <a:prstGeom prst="bentConnector2">
            <a:avLst/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829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F656-A785-6037-6A9B-29973359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5080094-E11D-3E6A-6BCF-61BBB662F6F9}"/>
              </a:ext>
            </a:extLst>
          </p:cNvPr>
          <p:cNvSpPr txBox="1"/>
          <p:nvPr/>
        </p:nvSpPr>
        <p:spPr>
          <a:xfrm>
            <a:off x="2127240" y="638212"/>
            <a:ext cx="7726016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>
                <a:solidFill>
                  <a:schemeClr val="accent2"/>
                </a:solidFill>
                <a:latin typeface="Consolas" panose="020B0609020204030204" pitchFamily="49" charset="0"/>
              </a:rPr>
              <a:t>Query: </a:t>
            </a:r>
            <a:r>
              <a:rPr lang="en-US" altLang="zh-CN" dirty="0">
                <a:effectLst/>
                <a:latin typeface="Consolas" panose="020B0609020204030204" pitchFamily="49" charset="0"/>
              </a:rPr>
              <a:t>What kind of job is Joanna beginning to preform the duties of because of her movie scripts?</a:t>
            </a:r>
            <a:endParaRPr lang="en-US" altLang="zh-CN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EAAC8E97-CC4E-89BF-2477-C82547C68ACA}"/>
              </a:ext>
            </a:extLst>
          </p:cNvPr>
          <p:cNvSpPr/>
          <p:nvPr/>
        </p:nvSpPr>
        <p:spPr>
          <a:xfrm rot="5400000">
            <a:off x="5049811" y="1273343"/>
            <a:ext cx="569306" cy="34044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B535EF-5C3C-E05A-2EDB-CB4AFD0B9407}"/>
              </a:ext>
            </a:extLst>
          </p:cNvPr>
          <p:cNvSpPr txBox="1"/>
          <p:nvPr/>
        </p:nvSpPr>
        <p:spPr>
          <a:xfrm>
            <a:off x="1344634" y="1917192"/>
            <a:ext cx="8906271" cy="2408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Joanna </a:t>
            </a:r>
            <a:r>
              <a:rPr lang="en-US" altLang="zh-CN" sz="2400" b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said:Nate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, can you believe it? I'm finally filming my own movie from the road-trip script!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Joanna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said:I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 am writing another movie script! It's a love story with lots of challenges. …</a:t>
            </a: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endParaRPr lang="en-US" altLang="zh-CN" sz="2400" b="0" dirty="0">
              <a:effectLst/>
              <a:latin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Font typeface="+mj-lt"/>
              <a:buAutoNum type="arabicPeriod"/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Nate </a:t>
            </a:r>
            <a:r>
              <a:rPr lang="en-US" altLang="zh-CN" sz="2400" b="0" dirty="0" err="1">
                <a:effectLst/>
                <a:latin typeface="Times New Roman" panose="02020603050405020304" pitchFamily="18" charset="0"/>
              </a:rPr>
              <a:t>said:Congrats</a:t>
            </a: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, Joanna! Not surprised at all that your hard work paid off. …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A044F7-F7C8-3FFD-C69B-2B5592FCDD4D}"/>
              </a:ext>
            </a:extLst>
          </p:cNvPr>
          <p:cNvSpPr txBox="1"/>
          <p:nvPr/>
        </p:nvSpPr>
        <p:spPr>
          <a:xfrm>
            <a:off x="5650991" y="1225296"/>
            <a:ext cx="282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Successfully Recalled 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398749-157A-5D77-EA8B-6CEAF57591D7}"/>
              </a:ext>
            </a:extLst>
          </p:cNvPr>
          <p:cNvSpPr txBox="1"/>
          <p:nvPr/>
        </p:nvSpPr>
        <p:spPr>
          <a:xfrm>
            <a:off x="2676904" y="4510531"/>
            <a:ext cx="7997513" cy="2408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1:</a:t>
            </a:r>
          </a:p>
          <a:p>
            <a:pPr>
              <a:lnSpc>
                <a:spcPts val="2000"/>
              </a:lnSpc>
            </a:pPr>
            <a:r>
              <a:rPr lang="en-US" altLang="zh-CN" sz="24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Joanna's 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scripts 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about?</a:t>
            </a:r>
            <a:endParaRPr lang="en-US" altLang="zh-CN" sz="2400" dirty="0">
              <a:solidFill>
                <a:srgbClr val="CE91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2: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Joanna is excited about </a:t>
            </a:r>
            <a:r>
              <a:rPr lang="en-US" altLang="zh-CN" sz="2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filming her own movie</a:t>
            </a:r>
            <a:endParaRPr lang="en-US" altLang="zh-CN" sz="2400" b="0" dirty="0">
              <a:solidFill>
                <a:srgbClr val="CE917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3: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Joanna wrote a road-trip script</a:t>
            </a:r>
          </a:p>
          <a:p>
            <a:pPr>
              <a:lnSpc>
                <a:spcPts val="2000"/>
              </a:lnSpc>
            </a:pPr>
            <a:endParaRPr lang="en-US" altLang="zh-CN" sz="2400" b="0" dirty="0">
              <a:solidFill>
                <a:srgbClr val="CE917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Joanna </a:t>
            </a:r>
            <a:r>
              <a:rPr lang="en-US" altLang="zh-CN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said:Nate</a:t>
            </a:r>
            <a:r>
              <a:rPr lang="en-US" altLang="zh-C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can you believe it? I'm finally filming my own movie from the road-trip script!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0F1BA6A8-C135-5A25-B7C4-B5D5C04896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073" y="3301217"/>
            <a:ext cx="3401568" cy="1041949"/>
          </a:xfrm>
          <a:prstGeom prst="bentConnector3">
            <a:avLst>
              <a:gd name="adj1" fmla="val 100000"/>
            </a:avLst>
          </a:prstGeom>
          <a:ln>
            <a:solidFill>
              <a:schemeClr val="dk1">
                <a:alpha val="99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3BE16F3-4054-9C9E-556C-A083B8DB061F}"/>
              </a:ext>
            </a:extLst>
          </p:cNvPr>
          <p:cNvSpPr txBox="1"/>
          <p:nvPr/>
        </p:nvSpPr>
        <p:spPr>
          <a:xfrm>
            <a:off x="1367147" y="4982647"/>
            <a:ext cx="133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Window = 4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E1CAD0-B5A6-854E-8543-0122D687F22E}"/>
              </a:ext>
            </a:extLst>
          </p:cNvPr>
          <p:cNvSpPr txBox="1"/>
          <p:nvPr/>
        </p:nvSpPr>
        <p:spPr>
          <a:xfrm>
            <a:off x="1386879" y="1811196"/>
            <a:ext cx="8787024" cy="223141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A820D48-C316-8434-C72A-B6E588319C92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7441266" y="3283151"/>
            <a:ext cx="5645142" cy="821161"/>
          </a:xfrm>
          <a:prstGeom prst="bentConnector2">
            <a:avLst/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42B9FED-DFFD-C559-0CC4-3070E2CDFE09}"/>
              </a:ext>
            </a:extLst>
          </p:cNvPr>
          <p:cNvSpPr txBox="1"/>
          <p:nvPr/>
        </p:nvSpPr>
        <p:spPr>
          <a:xfrm>
            <a:off x="1286882" y="4160748"/>
            <a:ext cx="34445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Dynamic Context-Aware Method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249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4080</Words>
  <Application>Microsoft Office PowerPoint</Application>
  <PresentationFormat>宽屏</PresentationFormat>
  <Paragraphs>530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E黑体brima</vt:lpstr>
      <vt:lpstr>等线</vt:lpstr>
      <vt:lpstr>等线 Light</vt:lpstr>
      <vt:lpstr>黑体</vt:lpstr>
      <vt:lpstr>Arial</vt:lpstr>
      <vt:lpstr>Consolas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鉴 倪</dc:creator>
  <cp:lastModifiedBy>鉴 倪</cp:lastModifiedBy>
  <cp:revision>4</cp:revision>
  <dcterms:created xsi:type="dcterms:W3CDTF">2025-05-05T06:33:46Z</dcterms:created>
  <dcterms:modified xsi:type="dcterms:W3CDTF">2026-03-01T11:12:06Z</dcterms:modified>
</cp:coreProperties>
</file>